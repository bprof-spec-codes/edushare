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1"/>
  </p:notesMasterIdLst>
  <p:sldIdLst>
    <p:sldId id="2561" r:id="rId5"/>
    <p:sldId id="2562" r:id="rId6"/>
    <p:sldId id="2564" r:id="rId7"/>
    <p:sldId id="2565" r:id="rId8"/>
    <p:sldId id="2566" r:id="rId9"/>
    <p:sldId id="2567" r:id="rId10"/>
    <p:sldId id="2568" r:id="rId11"/>
    <p:sldId id="2569" r:id="rId12"/>
    <p:sldId id="2570" r:id="rId13"/>
    <p:sldId id="2571" r:id="rId14"/>
    <p:sldId id="2572" r:id="rId15"/>
    <p:sldId id="2574" r:id="rId16"/>
    <p:sldId id="2575" r:id="rId17"/>
    <p:sldId id="2577" r:id="rId18"/>
    <p:sldId id="2578" r:id="rId19"/>
    <p:sldId id="2579" r:id="rId20"/>
  </p:sldIdLst>
  <p:sldSz cx="12192000" cy="6858000"/>
  <p:notesSz cx="6858000" cy="9144000"/>
  <p:defaultTextStyle>
    <a:defPPr rtl="0"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duShare – Egyetemi projekt bemutató" id="{1EBD9C9E-B712-4F4A-9C2D-8DCA070A64D3}">
          <p14:sldIdLst>
            <p14:sldId id="2561"/>
          </p14:sldIdLst>
        </p14:section>
        <p14:section name="Ügyfélnek szóló rész" id="{8B10D71B-F36A-40D7-8BCB-255BC8D698FB}">
          <p14:sldIdLst>
            <p14:sldId id="2562"/>
            <p14:sldId id="2564"/>
            <p14:sldId id="2565"/>
            <p14:sldId id="2566"/>
          </p14:sldIdLst>
        </p14:section>
        <p14:section name="Oktatónak szóló rész" id="{2F2B5925-E933-4C36-AFD1-AB3DFF0EAA1E}">
          <p14:sldIdLst>
            <p14:sldId id="2567"/>
            <p14:sldId id="2568"/>
            <p14:sldId id="2569"/>
            <p14:sldId id="2570"/>
            <p14:sldId id="2571"/>
            <p14:sldId id="2572"/>
            <p14:sldId id="2574"/>
            <p14:sldId id="2575"/>
            <p14:sldId id="2577"/>
            <p14:sldId id="2578"/>
            <p14:sldId id="25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4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E01930-4D32-4664-9FE3-4FD7FC2BE775}" v="2221" dt="2025-12-08T12:42:20.867"/>
    <p1510:client id="{DC2970CB-9D98-4807-AC21-58C4D4DA40C5}" v="20" dt="2025-12-07T15:35:28.1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>
      <p:cViewPr varScale="1">
        <p:scale>
          <a:sx n="83" d="100"/>
          <a:sy n="83" d="100"/>
        </p:scale>
        <p:origin x="45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nyvesi Barnabás" userId="44ba73e0-b751-401e-8959-cc86110a0035" providerId="ADAL" clId="{728E5D70-5E6C-49DC-A6A8-ED18CB6584F5}"/>
    <pc:docChg chg="undo custSel addSld delSld modSld modMainMaster modSection">
      <pc:chgData name="Fenyvesi Barnabás" userId="44ba73e0-b751-401e-8959-cc86110a0035" providerId="ADAL" clId="{728E5D70-5E6C-49DC-A6A8-ED18CB6584F5}" dt="2025-12-08T12:42:20.867" v="2740" actId="20577"/>
      <pc:docMkLst>
        <pc:docMk/>
      </pc:docMkLst>
      <pc:sldChg chg="addSp delSp modSp mod setBg">
        <pc:chgData name="Fenyvesi Barnabás" userId="44ba73e0-b751-401e-8959-cc86110a0035" providerId="ADAL" clId="{728E5D70-5E6C-49DC-A6A8-ED18CB6584F5}" dt="2025-12-08T12:40:45.189" v="2711" actId="20577"/>
        <pc:sldMkLst>
          <pc:docMk/>
          <pc:sldMk cId="3116680507" sldId="2561"/>
        </pc:sldMkLst>
        <pc:spChg chg="mod">
          <ac:chgData name="Fenyvesi Barnabás" userId="44ba73e0-b751-401e-8959-cc86110a0035" providerId="ADAL" clId="{728E5D70-5E6C-49DC-A6A8-ED18CB6584F5}" dt="2025-12-07T17:59:24.700" v="1252" actId="2711"/>
          <ac:spMkLst>
            <pc:docMk/>
            <pc:sldMk cId="3116680507" sldId="2561"/>
            <ac:spMk id="2" creationId="{5A701910-7B50-DFD8-99FC-1DB69AE2DC85}"/>
          </ac:spMkLst>
        </pc:spChg>
        <pc:spChg chg="mod">
          <ac:chgData name="Fenyvesi Barnabás" userId="44ba73e0-b751-401e-8959-cc86110a0035" providerId="ADAL" clId="{728E5D70-5E6C-49DC-A6A8-ED18CB6584F5}" dt="2025-12-08T12:40:45.189" v="2711" actId="20577"/>
          <ac:spMkLst>
            <pc:docMk/>
            <pc:sldMk cId="3116680507" sldId="2561"/>
            <ac:spMk id="3" creationId="{0DE95B73-2EDA-E4AB-132F-513627880CEC}"/>
          </ac:spMkLst>
        </pc:spChg>
        <pc:spChg chg="del">
          <ac:chgData name="Fenyvesi Barnabás" userId="44ba73e0-b751-401e-8959-cc86110a0035" providerId="ADAL" clId="{728E5D70-5E6C-49DC-A6A8-ED18CB6584F5}" dt="2025-12-07T16:01:29.254" v="146" actId="478"/>
          <ac:spMkLst>
            <pc:docMk/>
            <pc:sldMk cId="3116680507" sldId="2561"/>
            <ac:spMk id="4" creationId="{E16D90D1-30D7-1819-01BB-2CC4E07AC464}"/>
          </ac:spMkLst>
        </pc:spChg>
        <pc:spChg chg="del mod">
          <ac:chgData name="Fenyvesi Barnabás" userId="44ba73e0-b751-401e-8959-cc86110a0035" providerId="ADAL" clId="{728E5D70-5E6C-49DC-A6A8-ED18CB6584F5}" dt="2025-12-07T16:01:47.462" v="148" actId="478"/>
          <ac:spMkLst>
            <pc:docMk/>
            <pc:sldMk cId="3116680507" sldId="2561"/>
            <ac:spMk id="5" creationId="{E530B516-328A-424C-3E08-8AB14B7606D3}"/>
          </ac:spMkLst>
        </pc:spChg>
        <pc:picChg chg="del">
          <ac:chgData name="Fenyvesi Barnabás" userId="44ba73e0-b751-401e-8959-cc86110a0035" providerId="ADAL" clId="{728E5D70-5E6C-49DC-A6A8-ED18CB6584F5}" dt="2025-12-07T15:55:57.500" v="15" actId="478"/>
          <ac:picMkLst>
            <pc:docMk/>
            <pc:sldMk cId="3116680507" sldId="2561"/>
            <ac:picMk id="7" creationId="{AC456F71-9E02-4A49-8F74-F5D4CA2568B1}"/>
          </ac:picMkLst>
        </pc:picChg>
        <pc:picChg chg="add mod">
          <ac:chgData name="Fenyvesi Barnabás" userId="44ba73e0-b751-401e-8959-cc86110a0035" providerId="ADAL" clId="{728E5D70-5E6C-49DC-A6A8-ED18CB6584F5}" dt="2025-12-07T15:56:37.517" v="21" actId="1076"/>
          <ac:picMkLst>
            <pc:docMk/>
            <pc:sldMk cId="3116680507" sldId="2561"/>
            <ac:picMk id="9" creationId="{573A145C-6A00-49DB-02DA-AE417E7C7BB4}"/>
          </ac:picMkLst>
        </pc:picChg>
      </pc:sldChg>
      <pc:sldChg chg="delSp modSp mod setBg">
        <pc:chgData name="Fenyvesi Barnabás" userId="44ba73e0-b751-401e-8959-cc86110a0035" providerId="ADAL" clId="{728E5D70-5E6C-49DC-A6A8-ED18CB6584F5}" dt="2025-12-07T17:05:10.741" v="525" actId="207"/>
        <pc:sldMkLst>
          <pc:docMk/>
          <pc:sldMk cId="1872040773" sldId="2562"/>
        </pc:sldMkLst>
        <pc:spChg chg="mod">
          <ac:chgData name="Fenyvesi Barnabás" userId="44ba73e0-b751-401e-8959-cc86110a0035" providerId="ADAL" clId="{728E5D70-5E6C-49DC-A6A8-ED18CB6584F5}" dt="2025-12-07T17:05:10.741" v="525" actId="207"/>
          <ac:spMkLst>
            <pc:docMk/>
            <pc:sldMk cId="1872040773" sldId="2562"/>
            <ac:spMk id="2" creationId="{5BF262BE-8588-E527-3F0A-A57EA7C6535C}"/>
          </ac:spMkLst>
        </pc:spChg>
        <pc:spChg chg="del mod">
          <ac:chgData name="Fenyvesi Barnabás" userId="44ba73e0-b751-401e-8959-cc86110a0035" providerId="ADAL" clId="{728E5D70-5E6C-49DC-A6A8-ED18CB6584F5}" dt="2025-12-07T16:01:25.122" v="145" actId="478"/>
          <ac:spMkLst>
            <pc:docMk/>
            <pc:sldMk cId="1872040773" sldId="2562"/>
            <ac:spMk id="4" creationId="{988AE47F-ABD7-D35A-F6F7-42415AD197B7}"/>
          </ac:spMkLst>
        </pc:spChg>
        <pc:spChg chg="del">
          <ac:chgData name="Fenyvesi Barnabás" userId="44ba73e0-b751-401e-8959-cc86110a0035" providerId="ADAL" clId="{728E5D70-5E6C-49DC-A6A8-ED18CB6584F5}" dt="2025-12-07T16:06:29.296" v="150" actId="478"/>
          <ac:spMkLst>
            <pc:docMk/>
            <pc:sldMk cId="1872040773" sldId="2562"/>
            <ac:spMk id="5" creationId="{AA35F005-0189-E3FD-68FF-0376ADEBBF78}"/>
          </ac:spMkLst>
        </pc:spChg>
      </pc:sldChg>
      <pc:sldChg chg="delSp modSp del mod">
        <pc:chgData name="Fenyvesi Barnabás" userId="44ba73e0-b751-401e-8959-cc86110a0035" providerId="ADAL" clId="{728E5D70-5E6C-49DC-A6A8-ED18CB6584F5}" dt="2025-12-07T16:07:24.518" v="153" actId="2696"/>
        <pc:sldMkLst>
          <pc:docMk/>
          <pc:sldMk cId="37049768" sldId="2563"/>
        </pc:sldMkLst>
        <pc:spChg chg="mod">
          <ac:chgData name="Fenyvesi Barnabás" userId="44ba73e0-b751-401e-8959-cc86110a0035" providerId="ADAL" clId="{728E5D70-5E6C-49DC-A6A8-ED18CB6584F5}" dt="2025-12-07T16:02:11.760" v="149" actId="207"/>
          <ac:spMkLst>
            <pc:docMk/>
            <pc:sldMk cId="37049768" sldId="2563"/>
            <ac:spMk id="4" creationId="{DE8EED3F-F3AD-6D60-8B55-72583A196DFF}"/>
          </ac:spMkLst>
        </pc:spChg>
        <pc:spChg chg="del">
          <ac:chgData name="Fenyvesi Barnabás" userId="44ba73e0-b751-401e-8959-cc86110a0035" providerId="ADAL" clId="{728E5D70-5E6C-49DC-A6A8-ED18CB6584F5}" dt="2025-12-07T16:06:36.918" v="152" actId="478"/>
          <ac:spMkLst>
            <pc:docMk/>
            <pc:sldMk cId="37049768" sldId="2563"/>
            <ac:spMk id="5" creationId="{B4FC2232-EAE4-3856-8749-C96022A8C078}"/>
          </ac:spMkLst>
        </pc:spChg>
        <pc:spChg chg="del">
          <ac:chgData name="Fenyvesi Barnabás" userId="44ba73e0-b751-401e-8959-cc86110a0035" providerId="ADAL" clId="{728E5D70-5E6C-49DC-A6A8-ED18CB6584F5}" dt="2025-12-07T16:06:33.754" v="151" actId="478"/>
          <ac:spMkLst>
            <pc:docMk/>
            <pc:sldMk cId="37049768" sldId="2563"/>
            <ac:spMk id="6" creationId="{72D02215-A35B-AF8B-C6CF-FD5849C72045}"/>
          </ac:spMkLst>
        </pc:spChg>
      </pc:sldChg>
      <pc:sldChg chg="addSp delSp modSp mod setBg modNotesTx">
        <pc:chgData name="Fenyvesi Barnabás" userId="44ba73e0-b751-401e-8959-cc86110a0035" providerId="ADAL" clId="{728E5D70-5E6C-49DC-A6A8-ED18CB6584F5}" dt="2025-12-07T17:07:09.646" v="529" actId="6549"/>
        <pc:sldMkLst>
          <pc:docMk/>
          <pc:sldMk cId="1272552524" sldId="2564"/>
        </pc:sldMkLst>
        <pc:spChg chg="mod">
          <ac:chgData name="Fenyvesi Barnabás" userId="44ba73e0-b751-401e-8959-cc86110a0035" providerId="ADAL" clId="{728E5D70-5E6C-49DC-A6A8-ED18CB6584F5}" dt="2025-12-07T16:59:28.853" v="498" actId="113"/>
          <ac:spMkLst>
            <pc:docMk/>
            <pc:sldMk cId="1272552524" sldId="2564"/>
            <ac:spMk id="2" creationId="{0C657FF2-8059-59EE-FF80-AE8AD4AE9D0C}"/>
          </ac:spMkLst>
        </pc:spChg>
        <pc:spChg chg="mod">
          <ac:chgData name="Fenyvesi Barnabás" userId="44ba73e0-b751-401e-8959-cc86110a0035" providerId="ADAL" clId="{728E5D70-5E6C-49DC-A6A8-ED18CB6584F5}" dt="2025-12-07T16:20:51.647" v="290" actId="20577"/>
          <ac:spMkLst>
            <pc:docMk/>
            <pc:sldMk cId="1272552524" sldId="2564"/>
            <ac:spMk id="4" creationId="{8B8E38E7-CD4A-7DD1-D6E4-E577F2A33AAC}"/>
          </ac:spMkLst>
        </pc:spChg>
        <pc:spChg chg="del mod">
          <ac:chgData name="Fenyvesi Barnabás" userId="44ba73e0-b751-401e-8959-cc86110a0035" providerId="ADAL" clId="{728E5D70-5E6C-49DC-A6A8-ED18CB6584F5}" dt="2025-12-07T16:08:54.580" v="168" actId="478"/>
          <ac:spMkLst>
            <pc:docMk/>
            <pc:sldMk cId="1272552524" sldId="2564"/>
            <ac:spMk id="5" creationId="{69D3796F-833B-334F-F39B-DE857AA1084E}"/>
          </ac:spMkLst>
        </pc:spChg>
        <pc:spChg chg="del">
          <ac:chgData name="Fenyvesi Barnabás" userId="44ba73e0-b751-401e-8959-cc86110a0035" providerId="ADAL" clId="{728E5D70-5E6C-49DC-A6A8-ED18CB6584F5}" dt="2025-12-07T16:10:46.616" v="183" actId="478"/>
          <ac:spMkLst>
            <pc:docMk/>
            <pc:sldMk cId="1272552524" sldId="2564"/>
            <ac:spMk id="6" creationId="{81C4D410-6138-2C57-DF5E-2D12E6F76648}"/>
          </ac:spMkLst>
        </pc:spChg>
        <pc:spChg chg="add del mod">
          <ac:chgData name="Fenyvesi Barnabás" userId="44ba73e0-b751-401e-8959-cc86110a0035" providerId="ADAL" clId="{728E5D70-5E6C-49DC-A6A8-ED18CB6584F5}" dt="2025-12-07T16:08:50.030" v="166" actId="478"/>
          <ac:spMkLst>
            <pc:docMk/>
            <pc:sldMk cId="1272552524" sldId="2564"/>
            <ac:spMk id="11" creationId="{363E23AA-90B7-AEF2-CB1C-529136FD4F5E}"/>
          </ac:spMkLst>
        </pc:spChg>
        <pc:picChg chg="del">
          <ac:chgData name="Fenyvesi Barnabás" userId="44ba73e0-b751-401e-8959-cc86110a0035" providerId="ADAL" clId="{728E5D70-5E6C-49DC-A6A8-ED18CB6584F5}" dt="2025-12-07T16:08:44.482" v="165" actId="478"/>
          <ac:picMkLst>
            <pc:docMk/>
            <pc:sldMk cId="1272552524" sldId="2564"/>
            <ac:picMk id="8" creationId="{415018A6-9922-4C07-A296-1B48F7F707FC}"/>
          </ac:picMkLst>
        </pc:picChg>
        <pc:picChg chg="add mod">
          <ac:chgData name="Fenyvesi Barnabás" userId="44ba73e0-b751-401e-8959-cc86110a0035" providerId="ADAL" clId="{728E5D70-5E6C-49DC-A6A8-ED18CB6584F5}" dt="2025-12-07T16:58:10.067" v="488" actId="1076"/>
          <ac:picMkLst>
            <pc:docMk/>
            <pc:sldMk cId="1272552524" sldId="2564"/>
            <ac:picMk id="9" creationId="{73E7E59A-FA9F-9843-20FB-72F47C6D506B}"/>
          </ac:picMkLst>
        </pc:picChg>
      </pc:sldChg>
      <pc:sldChg chg="addSp delSp modSp mod setBg">
        <pc:chgData name="Fenyvesi Barnabás" userId="44ba73e0-b751-401e-8959-cc86110a0035" providerId="ADAL" clId="{728E5D70-5E6C-49DC-A6A8-ED18CB6584F5}" dt="2025-12-07T17:18:10.914" v="790" actId="20577"/>
        <pc:sldMkLst>
          <pc:docMk/>
          <pc:sldMk cId="1404230196" sldId="2565"/>
        </pc:sldMkLst>
        <pc:spChg chg="mod">
          <ac:chgData name="Fenyvesi Barnabás" userId="44ba73e0-b751-401e-8959-cc86110a0035" providerId="ADAL" clId="{728E5D70-5E6C-49DC-A6A8-ED18CB6584F5}" dt="2025-12-07T16:59:36.200" v="499" actId="2711"/>
          <ac:spMkLst>
            <pc:docMk/>
            <pc:sldMk cId="1404230196" sldId="2565"/>
            <ac:spMk id="2" creationId="{684FAA93-72F0-107E-176A-3DF1D61A69CD}"/>
          </ac:spMkLst>
        </pc:spChg>
        <pc:spChg chg="mod">
          <ac:chgData name="Fenyvesi Barnabás" userId="44ba73e0-b751-401e-8959-cc86110a0035" providerId="ADAL" clId="{728E5D70-5E6C-49DC-A6A8-ED18CB6584F5}" dt="2025-12-07T17:18:10.914" v="790" actId="20577"/>
          <ac:spMkLst>
            <pc:docMk/>
            <pc:sldMk cId="1404230196" sldId="2565"/>
            <ac:spMk id="4" creationId="{7B732574-614B-B433-D0C9-CEE93440DE40}"/>
          </ac:spMkLst>
        </pc:spChg>
        <pc:spChg chg="del">
          <ac:chgData name="Fenyvesi Barnabás" userId="44ba73e0-b751-401e-8959-cc86110a0035" providerId="ADAL" clId="{728E5D70-5E6C-49DC-A6A8-ED18CB6584F5}" dt="2025-12-07T16:22:48.898" v="291" actId="478"/>
          <ac:spMkLst>
            <pc:docMk/>
            <pc:sldMk cId="1404230196" sldId="2565"/>
            <ac:spMk id="5" creationId="{2126463A-E0D9-B4D0-9977-E73CD48E1351}"/>
          </ac:spMkLst>
        </pc:spChg>
        <pc:spChg chg="del">
          <ac:chgData name="Fenyvesi Barnabás" userId="44ba73e0-b751-401e-8959-cc86110a0035" providerId="ADAL" clId="{728E5D70-5E6C-49DC-A6A8-ED18CB6584F5}" dt="2025-12-07T16:22:51.696" v="292" actId="478"/>
          <ac:spMkLst>
            <pc:docMk/>
            <pc:sldMk cId="1404230196" sldId="2565"/>
            <ac:spMk id="6" creationId="{DC9F6D94-D4B8-E9D6-F44D-50E5BD28E2F4}"/>
          </ac:spMkLst>
        </pc:spChg>
        <pc:spChg chg="add del mod">
          <ac:chgData name="Fenyvesi Barnabás" userId="44ba73e0-b751-401e-8959-cc86110a0035" providerId="ADAL" clId="{728E5D70-5E6C-49DC-A6A8-ED18CB6584F5}" dt="2025-12-07T16:46:13.577" v="297" actId="478"/>
          <ac:spMkLst>
            <pc:docMk/>
            <pc:sldMk cId="1404230196" sldId="2565"/>
            <ac:spMk id="11" creationId="{0CB8D282-DA51-4D2C-BEDE-7D1119BA80F4}"/>
          </ac:spMkLst>
        </pc:spChg>
        <pc:picChg chg="del">
          <ac:chgData name="Fenyvesi Barnabás" userId="44ba73e0-b751-401e-8959-cc86110a0035" providerId="ADAL" clId="{728E5D70-5E6C-49DC-A6A8-ED18CB6584F5}" dt="2025-12-07T16:46:11.327" v="296" actId="478"/>
          <ac:picMkLst>
            <pc:docMk/>
            <pc:sldMk cId="1404230196" sldId="2565"/>
            <ac:picMk id="8" creationId="{A271E19C-EECC-4392-BDD5-405D17091BE8}"/>
          </ac:picMkLst>
        </pc:picChg>
        <pc:picChg chg="add del mod">
          <ac:chgData name="Fenyvesi Barnabás" userId="44ba73e0-b751-401e-8959-cc86110a0035" providerId="ADAL" clId="{728E5D70-5E6C-49DC-A6A8-ED18CB6584F5}" dt="2025-12-07T16:53:32.355" v="364" actId="1076"/>
          <ac:picMkLst>
            <pc:docMk/>
            <pc:sldMk cId="1404230196" sldId="2565"/>
            <ac:picMk id="9" creationId="{C7961346-495B-DDED-8F0D-6F18EE827466}"/>
          </ac:picMkLst>
        </pc:picChg>
        <pc:picChg chg="add del mod">
          <ac:chgData name="Fenyvesi Barnabás" userId="44ba73e0-b751-401e-8959-cc86110a0035" providerId="ADAL" clId="{728E5D70-5E6C-49DC-A6A8-ED18CB6584F5}" dt="2025-12-07T16:49:52.586" v="333" actId="22"/>
          <ac:picMkLst>
            <pc:docMk/>
            <pc:sldMk cId="1404230196" sldId="2565"/>
            <ac:picMk id="13" creationId="{AF48952A-BD54-9A70-F58B-1BFE31D77103}"/>
          </ac:picMkLst>
        </pc:picChg>
      </pc:sldChg>
      <pc:sldChg chg="addSp delSp modSp mod setBg">
        <pc:chgData name="Fenyvesi Barnabás" userId="44ba73e0-b751-401e-8959-cc86110a0035" providerId="ADAL" clId="{728E5D70-5E6C-49DC-A6A8-ED18CB6584F5}" dt="2025-12-08T12:42:20.867" v="2740" actId="20577"/>
        <pc:sldMkLst>
          <pc:docMk/>
          <pc:sldMk cId="367320091" sldId="2566"/>
        </pc:sldMkLst>
        <pc:spChg chg="mod">
          <ac:chgData name="Fenyvesi Barnabás" userId="44ba73e0-b751-401e-8959-cc86110a0035" providerId="ADAL" clId="{728E5D70-5E6C-49DC-A6A8-ED18CB6584F5}" dt="2025-12-07T17:35:31.586" v="1136" actId="1076"/>
          <ac:spMkLst>
            <pc:docMk/>
            <pc:sldMk cId="367320091" sldId="2566"/>
            <ac:spMk id="2" creationId="{60470318-445B-480E-FDD0-7629511DFDFF}"/>
          </ac:spMkLst>
        </pc:spChg>
        <pc:spChg chg="mod">
          <ac:chgData name="Fenyvesi Barnabás" userId="44ba73e0-b751-401e-8959-cc86110a0035" providerId="ADAL" clId="{728E5D70-5E6C-49DC-A6A8-ED18CB6584F5}" dt="2025-12-08T12:42:20.867" v="2740" actId="20577"/>
          <ac:spMkLst>
            <pc:docMk/>
            <pc:sldMk cId="367320091" sldId="2566"/>
            <ac:spMk id="4" creationId="{FE67C52A-15F5-CA3A-4732-8E9D8DF38199}"/>
          </ac:spMkLst>
        </pc:spChg>
        <pc:spChg chg="del">
          <ac:chgData name="Fenyvesi Barnabás" userId="44ba73e0-b751-401e-8959-cc86110a0035" providerId="ADAL" clId="{728E5D70-5E6C-49DC-A6A8-ED18CB6584F5}" dt="2025-12-07T17:02:48.676" v="500" actId="478"/>
          <ac:spMkLst>
            <pc:docMk/>
            <pc:sldMk cId="367320091" sldId="2566"/>
            <ac:spMk id="5" creationId="{B3615D9A-8F6E-70CA-E5B3-813B685DC362}"/>
          </ac:spMkLst>
        </pc:spChg>
        <pc:spChg chg="del">
          <ac:chgData name="Fenyvesi Barnabás" userId="44ba73e0-b751-401e-8959-cc86110a0035" providerId="ADAL" clId="{728E5D70-5E6C-49DC-A6A8-ED18CB6584F5}" dt="2025-12-07T17:02:51.761" v="501" actId="478"/>
          <ac:spMkLst>
            <pc:docMk/>
            <pc:sldMk cId="367320091" sldId="2566"/>
            <ac:spMk id="6" creationId="{DF1E6637-B255-35A0-34F8-DF540AE68C28}"/>
          </ac:spMkLst>
        </pc:spChg>
        <pc:spChg chg="add del mod">
          <ac:chgData name="Fenyvesi Barnabás" userId="44ba73e0-b751-401e-8959-cc86110a0035" providerId="ADAL" clId="{728E5D70-5E6C-49DC-A6A8-ED18CB6584F5}" dt="2025-12-07T17:21:06.519" v="792" actId="931"/>
          <ac:spMkLst>
            <pc:docMk/>
            <pc:sldMk cId="367320091" sldId="2566"/>
            <ac:spMk id="9" creationId="{1B4C3DC8-24EB-70D8-AC1D-94FF3C555F97}"/>
          </ac:spMkLst>
        </pc:spChg>
        <pc:spChg chg="add del mod">
          <ac:chgData name="Fenyvesi Barnabás" userId="44ba73e0-b751-401e-8959-cc86110a0035" providerId="ADAL" clId="{728E5D70-5E6C-49DC-A6A8-ED18CB6584F5}" dt="2025-12-07T17:21:34.484" v="800" actId="478"/>
          <ac:spMkLst>
            <pc:docMk/>
            <pc:sldMk cId="367320091" sldId="2566"/>
            <ac:spMk id="13" creationId="{36A3184C-FBF5-F743-9804-9D09B4838E27}"/>
          </ac:spMkLst>
        </pc:spChg>
        <pc:spChg chg="add del mod">
          <ac:chgData name="Fenyvesi Barnabás" userId="44ba73e0-b751-401e-8959-cc86110a0035" providerId="ADAL" clId="{728E5D70-5E6C-49DC-A6A8-ED18CB6584F5}" dt="2025-12-07T17:46:01.250" v="1168" actId="478"/>
          <ac:spMkLst>
            <pc:docMk/>
            <pc:sldMk cId="367320091" sldId="2566"/>
            <ac:spMk id="16" creationId="{F6FE5302-1F89-1030-07A7-424CFFBFF0DD}"/>
          </ac:spMkLst>
        </pc:spChg>
        <pc:picChg chg="del">
          <ac:chgData name="Fenyvesi Barnabás" userId="44ba73e0-b751-401e-8959-cc86110a0035" providerId="ADAL" clId="{728E5D70-5E6C-49DC-A6A8-ED18CB6584F5}" dt="2025-12-07T17:19:56.104" v="791" actId="478"/>
          <ac:picMkLst>
            <pc:docMk/>
            <pc:sldMk cId="367320091" sldId="2566"/>
            <ac:picMk id="8" creationId="{A691BAE8-CEB8-4A1D-9009-9F7839478A8B}"/>
          </ac:picMkLst>
        </pc:picChg>
        <pc:picChg chg="add del mod">
          <ac:chgData name="Fenyvesi Barnabás" userId="44ba73e0-b751-401e-8959-cc86110a0035" providerId="ADAL" clId="{728E5D70-5E6C-49DC-A6A8-ED18CB6584F5}" dt="2025-12-07T17:21:33.427" v="799" actId="478"/>
          <ac:picMkLst>
            <pc:docMk/>
            <pc:sldMk cId="367320091" sldId="2566"/>
            <ac:picMk id="11" creationId="{4AC73166-B038-379E-5923-26CB33BC594D}"/>
          </ac:picMkLst>
        </pc:picChg>
        <pc:picChg chg="add mod modCrop">
          <ac:chgData name="Fenyvesi Barnabás" userId="44ba73e0-b751-401e-8959-cc86110a0035" providerId="ADAL" clId="{728E5D70-5E6C-49DC-A6A8-ED18CB6584F5}" dt="2025-12-07T17:45:56.010" v="1167"/>
          <ac:picMkLst>
            <pc:docMk/>
            <pc:sldMk cId="367320091" sldId="2566"/>
            <ac:picMk id="15" creationId="{88B13F1B-0478-5B69-B538-AB60F3C0ED59}"/>
          </ac:picMkLst>
        </pc:picChg>
      </pc:sldChg>
      <pc:sldChg chg="delSp modSp mod">
        <pc:chgData name="Fenyvesi Barnabás" userId="44ba73e0-b751-401e-8959-cc86110a0035" providerId="ADAL" clId="{728E5D70-5E6C-49DC-A6A8-ED18CB6584F5}" dt="2025-12-07T17:54:48.357" v="1222" actId="207"/>
        <pc:sldMkLst>
          <pc:docMk/>
          <pc:sldMk cId="2232606598" sldId="2567"/>
        </pc:sldMkLst>
        <pc:spChg chg="mod">
          <ac:chgData name="Fenyvesi Barnabás" userId="44ba73e0-b751-401e-8959-cc86110a0035" providerId="ADAL" clId="{728E5D70-5E6C-49DC-A6A8-ED18CB6584F5}" dt="2025-12-07T17:54:48.357" v="1222" actId="207"/>
          <ac:spMkLst>
            <pc:docMk/>
            <pc:sldMk cId="2232606598" sldId="2567"/>
            <ac:spMk id="2" creationId="{C52551A3-3E80-A11F-0001-C90B02301DE2}"/>
          </ac:spMkLst>
        </pc:spChg>
        <pc:spChg chg="del">
          <ac:chgData name="Fenyvesi Barnabás" userId="44ba73e0-b751-401e-8959-cc86110a0035" providerId="ADAL" clId="{728E5D70-5E6C-49DC-A6A8-ED18CB6584F5}" dt="2025-12-07T17:54:20" v="1195" actId="478"/>
          <ac:spMkLst>
            <pc:docMk/>
            <pc:sldMk cId="2232606598" sldId="2567"/>
            <ac:spMk id="4" creationId="{59A9B78A-2E17-DB52-F4A9-BA7F57E55793}"/>
          </ac:spMkLst>
        </pc:spChg>
        <pc:spChg chg="del mod">
          <ac:chgData name="Fenyvesi Barnabás" userId="44ba73e0-b751-401e-8959-cc86110a0035" providerId="ADAL" clId="{728E5D70-5E6C-49DC-A6A8-ED18CB6584F5}" dt="2025-12-07T17:54:24.744" v="1197" actId="478"/>
          <ac:spMkLst>
            <pc:docMk/>
            <pc:sldMk cId="2232606598" sldId="2567"/>
            <ac:spMk id="5" creationId="{236F1F27-7C5F-281F-F69B-E31D252AFDA9}"/>
          </ac:spMkLst>
        </pc:spChg>
      </pc:sldChg>
      <pc:sldChg chg="addSp delSp modSp mod modAnim">
        <pc:chgData name="Fenyvesi Barnabás" userId="44ba73e0-b751-401e-8959-cc86110a0035" providerId="ADAL" clId="{728E5D70-5E6C-49DC-A6A8-ED18CB6584F5}" dt="2025-12-08T09:47:20.432" v="2102" actId="20577"/>
        <pc:sldMkLst>
          <pc:docMk/>
          <pc:sldMk cId="389582095" sldId="2568"/>
        </pc:sldMkLst>
        <pc:spChg chg="mod">
          <ac:chgData name="Fenyvesi Barnabás" userId="44ba73e0-b751-401e-8959-cc86110a0035" providerId="ADAL" clId="{728E5D70-5E6C-49DC-A6A8-ED18CB6584F5}" dt="2025-12-08T09:46:21.062" v="2084" actId="20577"/>
          <ac:spMkLst>
            <pc:docMk/>
            <pc:sldMk cId="389582095" sldId="2568"/>
            <ac:spMk id="2" creationId="{B9C29710-5190-ED9F-7524-BB3A0C03CF78}"/>
          </ac:spMkLst>
        </pc:spChg>
        <pc:spChg chg="mod">
          <ac:chgData name="Fenyvesi Barnabás" userId="44ba73e0-b751-401e-8959-cc86110a0035" providerId="ADAL" clId="{728E5D70-5E6C-49DC-A6A8-ED18CB6584F5}" dt="2025-12-08T09:47:20.432" v="2102" actId="20577"/>
          <ac:spMkLst>
            <pc:docMk/>
            <pc:sldMk cId="389582095" sldId="2568"/>
            <ac:spMk id="4" creationId="{11471C80-C82D-A846-6570-A62EDC77DD6B}"/>
          </ac:spMkLst>
        </pc:spChg>
        <pc:spChg chg="del">
          <ac:chgData name="Fenyvesi Barnabás" userId="44ba73e0-b751-401e-8959-cc86110a0035" providerId="ADAL" clId="{728E5D70-5E6C-49DC-A6A8-ED18CB6584F5}" dt="2025-12-07T17:55:27.531" v="1223" actId="478"/>
          <ac:spMkLst>
            <pc:docMk/>
            <pc:sldMk cId="389582095" sldId="2568"/>
            <ac:spMk id="5" creationId="{AC6EA55D-EEC1-3F9D-A531-5F27B1E93C94}"/>
          </ac:spMkLst>
        </pc:spChg>
        <pc:spChg chg="add del">
          <ac:chgData name="Fenyvesi Barnabás" userId="44ba73e0-b751-401e-8959-cc86110a0035" providerId="ADAL" clId="{728E5D70-5E6C-49DC-A6A8-ED18CB6584F5}" dt="2025-12-07T17:56:11.625" v="1230" actId="478"/>
          <ac:spMkLst>
            <pc:docMk/>
            <pc:sldMk cId="389582095" sldId="2568"/>
            <ac:spMk id="6" creationId="{6A704491-A8FE-EDD5-A3D4-99832E01C0A3}"/>
          </ac:spMkLst>
        </pc:spChg>
        <pc:spChg chg="add del mod">
          <ac:chgData name="Fenyvesi Barnabás" userId="44ba73e0-b751-401e-8959-cc86110a0035" providerId="ADAL" clId="{728E5D70-5E6C-49DC-A6A8-ED18CB6584F5}" dt="2025-12-07T18:00:16.353" v="1256" actId="478"/>
          <ac:spMkLst>
            <pc:docMk/>
            <pc:sldMk cId="389582095" sldId="2568"/>
            <ac:spMk id="9" creationId="{237F7D7C-300A-EF20-AE46-353DFA9D3E99}"/>
          </ac:spMkLst>
        </pc:spChg>
        <pc:picChg chg="del mod">
          <ac:chgData name="Fenyvesi Barnabás" userId="44ba73e0-b751-401e-8959-cc86110a0035" providerId="ADAL" clId="{728E5D70-5E6C-49DC-A6A8-ED18CB6584F5}" dt="2025-12-07T18:00:13.220" v="1255" actId="478"/>
          <ac:picMkLst>
            <pc:docMk/>
            <pc:sldMk cId="389582095" sldId="2568"/>
            <ac:picMk id="8" creationId="{8BFA7C7F-87E4-40AB-A386-55A66C0E0507}"/>
          </ac:picMkLst>
        </pc:picChg>
      </pc:sldChg>
      <pc:sldChg chg="addSp delSp modSp mod modAnim">
        <pc:chgData name="Fenyvesi Barnabás" userId="44ba73e0-b751-401e-8959-cc86110a0035" providerId="ADAL" clId="{728E5D70-5E6C-49DC-A6A8-ED18CB6584F5}" dt="2025-12-08T09:47:59.897" v="2105" actId="20577"/>
        <pc:sldMkLst>
          <pc:docMk/>
          <pc:sldMk cId="2472497154" sldId="2569"/>
        </pc:sldMkLst>
        <pc:spChg chg="mod">
          <ac:chgData name="Fenyvesi Barnabás" userId="44ba73e0-b751-401e-8959-cc86110a0035" providerId="ADAL" clId="{728E5D70-5E6C-49DC-A6A8-ED18CB6584F5}" dt="2025-12-07T18:03:09.121" v="1279" actId="27636"/>
          <ac:spMkLst>
            <pc:docMk/>
            <pc:sldMk cId="2472497154" sldId="2569"/>
            <ac:spMk id="2" creationId="{BA28E52A-BB0F-E420-D2E3-43BFF6BC00DB}"/>
          </ac:spMkLst>
        </pc:spChg>
        <pc:spChg chg="mod">
          <ac:chgData name="Fenyvesi Barnabás" userId="44ba73e0-b751-401e-8959-cc86110a0035" providerId="ADAL" clId="{728E5D70-5E6C-49DC-A6A8-ED18CB6584F5}" dt="2025-12-08T09:47:59.897" v="2105" actId="20577"/>
          <ac:spMkLst>
            <pc:docMk/>
            <pc:sldMk cId="2472497154" sldId="2569"/>
            <ac:spMk id="4" creationId="{9D10916E-A137-C997-8F58-06C7E57FD66E}"/>
          </ac:spMkLst>
        </pc:spChg>
        <pc:spChg chg="del">
          <ac:chgData name="Fenyvesi Barnabás" userId="44ba73e0-b751-401e-8959-cc86110a0035" providerId="ADAL" clId="{728E5D70-5E6C-49DC-A6A8-ED18CB6584F5}" dt="2025-12-07T18:02:03.655" v="1261" actId="478"/>
          <ac:spMkLst>
            <pc:docMk/>
            <pc:sldMk cId="2472497154" sldId="2569"/>
            <ac:spMk id="5" creationId="{60438CBD-5E56-52F4-DBE0-38C13AC9C150}"/>
          </ac:spMkLst>
        </pc:spChg>
        <pc:spChg chg="del">
          <ac:chgData name="Fenyvesi Barnabás" userId="44ba73e0-b751-401e-8959-cc86110a0035" providerId="ADAL" clId="{728E5D70-5E6C-49DC-A6A8-ED18CB6584F5}" dt="2025-12-07T18:02:06.502" v="1262" actId="478"/>
          <ac:spMkLst>
            <pc:docMk/>
            <pc:sldMk cId="2472497154" sldId="2569"/>
            <ac:spMk id="6" creationId="{FEBEE9F6-F9EB-1942-4267-6E275E794AF7}"/>
          </ac:spMkLst>
        </pc:spChg>
        <pc:spChg chg="add del mod">
          <ac:chgData name="Fenyvesi Barnabás" userId="44ba73e0-b751-401e-8959-cc86110a0035" providerId="ADAL" clId="{728E5D70-5E6C-49DC-A6A8-ED18CB6584F5}" dt="2025-12-07T18:02:09.048" v="1264" actId="478"/>
          <ac:spMkLst>
            <pc:docMk/>
            <pc:sldMk cId="2472497154" sldId="2569"/>
            <ac:spMk id="9" creationId="{83F4BED7-C2F8-F734-DA14-CB626CB10255}"/>
          </ac:spMkLst>
        </pc:spChg>
        <pc:spChg chg="add">
          <ac:chgData name="Fenyvesi Barnabás" userId="44ba73e0-b751-401e-8959-cc86110a0035" providerId="ADAL" clId="{728E5D70-5E6C-49DC-A6A8-ED18CB6584F5}" dt="2025-12-07T22:31:49.114" v="1883"/>
          <ac:spMkLst>
            <pc:docMk/>
            <pc:sldMk cId="2472497154" sldId="2569"/>
            <ac:spMk id="10" creationId="{818E8D63-C135-0A66-8696-A8F3BEF47E88}"/>
          </ac:spMkLst>
        </pc:spChg>
        <pc:spChg chg="add mod">
          <ac:chgData name="Fenyvesi Barnabás" userId="44ba73e0-b751-401e-8959-cc86110a0035" providerId="ADAL" clId="{728E5D70-5E6C-49DC-A6A8-ED18CB6584F5}" dt="2025-12-07T22:32:16.035" v="1888" actId="20578"/>
          <ac:spMkLst>
            <pc:docMk/>
            <pc:sldMk cId="2472497154" sldId="2569"/>
            <ac:spMk id="11" creationId="{06E4CBB3-1917-F42E-1AEE-FA373AC473B5}"/>
          </ac:spMkLst>
        </pc:spChg>
        <pc:picChg chg="del">
          <ac:chgData name="Fenyvesi Barnabás" userId="44ba73e0-b751-401e-8959-cc86110a0035" providerId="ADAL" clId="{728E5D70-5E6C-49DC-A6A8-ED18CB6584F5}" dt="2025-12-07T18:02:07.488" v="1263" actId="478"/>
          <ac:picMkLst>
            <pc:docMk/>
            <pc:sldMk cId="2472497154" sldId="2569"/>
            <ac:picMk id="8" creationId="{2B591BE3-45FB-4B29-9220-11C5E4BE59B8}"/>
          </ac:picMkLst>
        </pc:picChg>
      </pc:sldChg>
      <pc:sldChg chg="addSp delSp modSp mod modAnim">
        <pc:chgData name="Fenyvesi Barnabás" userId="44ba73e0-b751-401e-8959-cc86110a0035" providerId="ADAL" clId="{728E5D70-5E6C-49DC-A6A8-ED18CB6584F5}" dt="2025-12-07T22:44:14.237" v="1988" actId="20577"/>
        <pc:sldMkLst>
          <pc:docMk/>
          <pc:sldMk cId="3980230353" sldId="2570"/>
        </pc:sldMkLst>
        <pc:spChg chg="mod">
          <ac:chgData name="Fenyvesi Barnabás" userId="44ba73e0-b751-401e-8959-cc86110a0035" providerId="ADAL" clId="{728E5D70-5E6C-49DC-A6A8-ED18CB6584F5}" dt="2025-12-07T19:43:02.225" v="1686" actId="2711"/>
          <ac:spMkLst>
            <pc:docMk/>
            <pc:sldMk cId="3980230353" sldId="2570"/>
            <ac:spMk id="2" creationId="{23899769-BC4E-D679-1B10-97CE9E341604}"/>
          </ac:spMkLst>
        </pc:spChg>
        <pc:spChg chg="mod">
          <ac:chgData name="Fenyvesi Barnabás" userId="44ba73e0-b751-401e-8959-cc86110a0035" providerId="ADAL" clId="{728E5D70-5E6C-49DC-A6A8-ED18CB6584F5}" dt="2025-12-07T22:44:14.237" v="1988" actId="20577"/>
          <ac:spMkLst>
            <pc:docMk/>
            <pc:sldMk cId="3980230353" sldId="2570"/>
            <ac:spMk id="4" creationId="{C12D6410-A47F-F1B6-569A-CE246BE385F6}"/>
          </ac:spMkLst>
        </pc:spChg>
        <pc:spChg chg="del">
          <ac:chgData name="Fenyvesi Barnabás" userId="44ba73e0-b751-401e-8959-cc86110a0035" providerId="ADAL" clId="{728E5D70-5E6C-49DC-A6A8-ED18CB6584F5}" dt="2025-12-07T18:09:37.589" v="1303" actId="478"/>
          <ac:spMkLst>
            <pc:docMk/>
            <pc:sldMk cId="3980230353" sldId="2570"/>
            <ac:spMk id="5" creationId="{3E0BD631-5775-A8A3-E59F-EE2F6C2CD8E6}"/>
          </ac:spMkLst>
        </pc:spChg>
        <pc:spChg chg="del">
          <ac:chgData name="Fenyvesi Barnabás" userId="44ba73e0-b751-401e-8959-cc86110a0035" providerId="ADAL" clId="{728E5D70-5E6C-49DC-A6A8-ED18CB6584F5}" dt="2025-12-07T18:09:41.545" v="1304" actId="478"/>
          <ac:spMkLst>
            <pc:docMk/>
            <pc:sldMk cId="3980230353" sldId="2570"/>
            <ac:spMk id="6" creationId="{764BEF85-21BE-C09F-A44B-B80E3422D460}"/>
          </ac:spMkLst>
        </pc:spChg>
        <pc:spChg chg="add del mod">
          <ac:chgData name="Fenyvesi Barnabás" userId="44ba73e0-b751-401e-8959-cc86110a0035" providerId="ADAL" clId="{728E5D70-5E6C-49DC-A6A8-ED18CB6584F5}" dt="2025-12-07T18:09:51.635" v="1306" actId="478"/>
          <ac:spMkLst>
            <pc:docMk/>
            <pc:sldMk cId="3980230353" sldId="2570"/>
            <ac:spMk id="9" creationId="{1072CDC4-D313-517A-4E4E-21FE3B76A4F1}"/>
          </ac:spMkLst>
        </pc:spChg>
        <pc:spChg chg="add">
          <ac:chgData name="Fenyvesi Barnabás" userId="44ba73e0-b751-401e-8959-cc86110a0035" providerId="ADAL" clId="{728E5D70-5E6C-49DC-A6A8-ED18CB6584F5}" dt="2025-12-07T22:42:40.534" v="1943"/>
          <ac:spMkLst>
            <pc:docMk/>
            <pc:sldMk cId="3980230353" sldId="2570"/>
            <ac:spMk id="10" creationId="{BCCE8D9C-441F-B6EC-DCAE-9FDC8C4AB88E}"/>
          </ac:spMkLst>
        </pc:spChg>
        <pc:picChg chg="del">
          <ac:chgData name="Fenyvesi Barnabás" userId="44ba73e0-b751-401e-8959-cc86110a0035" providerId="ADAL" clId="{728E5D70-5E6C-49DC-A6A8-ED18CB6584F5}" dt="2025-12-07T18:09:50.317" v="1305" actId="478"/>
          <ac:picMkLst>
            <pc:docMk/>
            <pc:sldMk cId="3980230353" sldId="2570"/>
            <ac:picMk id="8" creationId="{AFCB6BC5-B6B1-4484-B342-AA31BA64D51E}"/>
          </ac:picMkLst>
        </pc:picChg>
      </pc:sldChg>
      <pc:sldChg chg="addSp delSp modSp mod setBg modAnim">
        <pc:chgData name="Fenyvesi Barnabás" userId="44ba73e0-b751-401e-8959-cc86110a0035" providerId="ADAL" clId="{728E5D70-5E6C-49DC-A6A8-ED18CB6584F5}" dt="2025-12-08T09:50:47.249" v="2109" actId="20577"/>
        <pc:sldMkLst>
          <pc:docMk/>
          <pc:sldMk cId="346694357" sldId="2571"/>
        </pc:sldMkLst>
        <pc:spChg chg="mod">
          <ac:chgData name="Fenyvesi Barnabás" userId="44ba73e0-b751-401e-8959-cc86110a0035" providerId="ADAL" clId="{728E5D70-5E6C-49DC-A6A8-ED18CB6584F5}" dt="2025-12-07T22:52:01.710" v="2071" actId="1076"/>
          <ac:spMkLst>
            <pc:docMk/>
            <pc:sldMk cId="346694357" sldId="2571"/>
            <ac:spMk id="2" creationId="{416639FE-3472-0675-2C6A-3C5D526E9E47}"/>
          </ac:spMkLst>
        </pc:spChg>
        <pc:spChg chg="add mod">
          <ac:chgData name="Fenyvesi Barnabás" userId="44ba73e0-b751-401e-8959-cc86110a0035" providerId="ADAL" clId="{728E5D70-5E6C-49DC-A6A8-ED18CB6584F5}" dt="2025-12-08T09:30:09.196" v="2080" actId="403"/>
          <ac:spMkLst>
            <pc:docMk/>
            <pc:sldMk cId="346694357" sldId="2571"/>
            <ac:spMk id="3" creationId="{92CFB78D-FF8A-F8F4-A523-5862B4F15004}"/>
          </ac:spMkLst>
        </pc:spChg>
        <pc:spChg chg="mod">
          <ac:chgData name="Fenyvesi Barnabás" userId="44ba73e0-b751-401e-8959-cc86110a0035" providerId="ADAL" clId="{728E5D70-5E6C-49DC-A6A8-ED18CB6584F5}" dt="2025-12-08T09:50:47.249" v="2109" actId="20577"/>
          <ac:spMkLst>
            <pc:docMk/>
            <pc:sldMk cId="346694357" sldId="2571"/>
            <ac:spMk id="4" creationId="{D67416AD-3C3E-1DE8-1118-2148155C7FB3}"/>
          </ac:spMkLst>
        </pc:spChg>
        <pc:spChg chg="del">
          <ac:chgData name="Fenyvesi Barnabás" userId="44ba73e0-b751-401e-8959-cc86110a0035" providerId="ADAL" clId="{728E5D70-5E6C-49DC-A6A8-ED18CB6584F5}" dt="2025-12-07T18:13:30.144" v="1315" actId="478"/>
          <ac:spMkLst>
            <pc:docMk/>
            <pc:sldMk cId="346694357" sldId="2571"/>
            <ac:spMk id="5" creationId="{64D96B46-36EF-735E-20A5-21091578FF09}"/>
          </ac:spMkLst>
        </pc:spChg>
        <pc:spChg chg="del">
          <ac:chgData name="Fenyvesi Barnabás" userId="44ba73e0-b751-401e-8959-cc86110a0035" providerId="ADAL" clId="{728E5D70-5E6C-49DC-A6A8-ED18CB6584F5}" dt="2025-12-07T18:13:33.486" v="1316" actId="478"/>
          <ac:spMkLst>
            <pc:docMk/>
            <pc:sldMk cId="346694357" sldId="2571"/>
            <ac:spMk id="6" creationId="{6EC12414-ED81-00A4-355A-FF20B3E16CDD}"/>
          </ac:spMkLst>
        </pc:spChg>
        <pc:spChg chg="add del mod">
          <ac:chgData name="Fenyvesi Barnabás" userId="44ba73e0-b751-401e-8959-cc86110a0035" providerId="ADAL" clId="{728E5D70-5E6C-49DC-A6A8-ED18CB6584F5}" dt="2025-12-07T22:45:34.118" v="1993" actId="478"/>
          <ac:spMkLst>
            <pc:docMk/>
            <pc:sldMk cId="346694357" sldId="2571"/>
            <ac:spMk id="10" creationId="{521B7D54-DB3B-2909-35AA-8C1F8F905E14}"/>
          </ac:spMkLst>
        </pc:spChg>
        <pc:spChg chg="add">
          <ac:chgData name="Fenyvesi Barnabás" userId="44ba73e0-b751-401e-8959-cc86110a0035" providerId="ADAL" clId="{728E5D70-5E6C-49DC-A6A8-ED18CB6584F5}" dt="2025-12-07T22:48:04.801" v="2034"/>
          <ac:spMkLst>
            <pc:docMk/>
            <pc:sldMk cId="346694357" sldId="2571"/>
            <ac:spMk id="11" creationId="{F43D3353-2908-1BDF-1E12-8C6B5125DE57}"/>
          </ac:spMkLst>
        </pc:spChg>
        <pc:picChg chg="del mod">
          <ac:chgData name="Fenyvesi Barnabás" userId="44ba73e0-b751-401e-8959-cc86110a0035" providerId="ADAL" clId="{728E5D70-5E6C-49DC-A6A8-ED18CB6584F5}" dt="2025-12-07T22:45:32.772" v="1992" actId="478"/>
          <ac:picMkLst>
            <pc:docMk/>
            <pc:sldMk cId="346694357" sldId="2571"/>
            <ac:picMk id="8" creationId="{095A3729-CBF4-4F66-A90A-DE27755DD8C5}"/>
          </ac:picMkLst>
        </pc:picChg>
      </pc:sldChg>
      <pc:sldChg chg="delSp modSp mod">
        <pc:chgData name="Fenyvesi Barnabás" userId="44ba73e0-b751-401e-8959-cc86110a0035" providerId="ADAL" clId="{728E5D70-5E6C-49DC-A6A8-ED18CB6584F5}" dt="2025-12-07T19:43:37.350" v="1690" actId="2711"/>
        <pc:sldMkLst>
          <pc:docMk/>
          <pc:sldMk cId="3762390066" sldId="2572"/>
        </pc:sldMkLst>
        <pc:spChg chg="mod">
          <ac:chgData name="Fenyvesi Barnabás" userId="44ba73e0-b751-401e-8959-cc86110a0035" providerId="ADAL" clId="{728E5D70-5E6C-49DC-A6A8-ED18CB6584F5}" dt="2025-12-07T19:43:37.350" v="1690" actId="2711"/>
          <ac:spMkLst>
            <pc:docMk/>
            <pc:sldMk cId="3762390066" sldId="2572"/>
            <ac:spMk id="2" creationId="{62D9AE1D-B913-5D27-D983-1C1147FEB3B7}"/>
          </ac:spMkLst>
        </pc:spChg>
        <pc:spChg chg="mod">
          <ac:chgData name="Fenyvesi Barnabás" userId="44ba73e0-b751-401e-8959-cc86110a0035" providerId="ADAL" clId="{728E5D70-5E6C-49DC-A6A8-ED18CB6584F5}" dt="2025-12-07T18:24:32.196" v="1361" actId="1076"/>
          <ac:spMkLst>
            <pc:docMk/>
            <pc:sldMk cId="3762390066" sldId="2572"/>
            <ac:spMk id="4" creationId="{DDA32D11-059C-662B-3B85-1D406C3CDB57}"/>
          </ac:spMkLst>
        </pc:spChg>
        <pc:spChg chg="del">
          <ac:chgData name="Fenyvesi Barnabás" userId="44ba73e0-b751-401e-8959-cc86110a0035" providerId="ADAL" clId="{728E5D70-5E6C-49DC-A6A8-ED18CB6584F5}" dt="2025-12-07T18:15:26.829" v="1330" actId="478"/>
          <ac:spMkLst>
            <pc:docMk/>
            <pc:sldMk cId="3762390066" sldId="2572"/>
            <ac:spMk id="5" creationId="{A87D3801-9933-918C-E515-D220E756859E}"/>
          </ac:spMkLst>
        </pc:spChg>
        <pc:spChg chg="del">
          <ac:chgData name="Fenyvesi Barnabás" userId="44ba73e0-b751-401e-8959-cc86110a0035" providerId="ADAL" clId="{728E5D70-5E6C-49DC-A6A8-ED18CB6584F5}" dt="2025-12-07T18:15:29.820" v="1331" actId="478"/>
          <ac:spMkLst>
            <pc:docMk/>
            <pc:sldMk cId="3762390066" sldId="2572"/>
            <ac:spMk id="6" creationId="{DF3171FE-2DA8-F1B6-9D11-97BE3B2281DD}"/>
          </ac:spMkLst>
        </pc:spChg>
        <pc:picChg chg="mod">
          <ac:chgData name="Fenyvesi Barnabás" userId="44ba73e0-b751-401e-8959-cc86110a0035" providerId="ADAL" clId="{728E5D70-5E6C-49DC-A6A8-ED18CB6584F5}" dt="2025-12-07T18:16:00.631" v="1336" actId="1076"/>
          <ac:picMkLst>
            <pc:docMk/>
            <pc:sldMk cId="3762390066" sldId="2572"/>
            <ac:picMk id="8" creationId="{EF243181-F5FB-4E1F-AFF8-3C3449DB42A8}"/>
          </ac:picMkLst>
        </pc:picChg>
      </pc:sldChg>
      <pc:sldChg chg="delSp modSp del mod">
        <pc:chgData name="Fenyvesi Barnabás" userId="44ba73e0-b751-401e-8959-cc86110a0035" providerId="ADAL" clId="{728E5D70-5E6C-49DC-A6A8-ED18CB6584F5}" dt="2025-12-07T18:24:45.695" v="1362" actId="2696"/>
        <pc:sldMkLst>
          <pc:docMk/>
          <pc:sldMk cId="1619956008" sldId="2573"/>
        </pc:sldMkLst>
        <pc:spChg chg="mod">
          <ac:chgData name="Fenyvesi Barnabás" userId="44ba73e0-b751-401e-8959-cc86110a0035" providerId="ADAL" clId="{728E5D70-5E6C-49DC-A6A8-ED18CB6584F5}" dt="2025-12-07T18:22:48.238" v="1354" actId="1076"/>
          <ac:spMkLst>
            <pc:docMk/>
            <pc:sldMk cId="1619956008" sldId="2573"/>
            <ac:spMk id="2" creationId="{E750B385-66A7-997F-ECDC-677CF24D7C32}"/>
          </ac:spMkLst>
        </pc:spChg>
        <pc:spChg chg="mod">
          <ac:chgData name="Fenyvesi Barnabás" userId="44ba73e0-b751-401e-8959-cc86110a0035" providerId="ADAL" clId="{728E5D70-5E6C-49DC-A6A8-ED18CB6584F5}" dt="2025-12-07T18:21:53.530" v="1349" actId="403"/>
          <ac:spMkLst>
            <pc:docMk/>
            <pc:sldMk cId="1619956008" sldId="2573"/>
            <ac:spMk id="4" creationId="{18DD2340-0C0F-44ED-927D-161B218006A0}"/>
          </ac:spMkLst>
        </pc:spChg>
        <pc:spChg chg="del">
          <ac:chgData name="Fenyvesi Barnabás" userId="44ba73e0-b751-401e-8959-cc86110a0035" providerId="ADAL" clId="{728E5D70-5E6C-49DC-A6A8-ED18CB6584F5}" dt="2025-12-07T18:22:31.684" v="1350" actId="478"/>
          <ac:spMkLst>
            <pc:docMk/>
            <pc:sldMk cId="1619956008" sldId="2573"/>
            <ac:spMk id="5" creationId="{2953FA74-2DE1-D280-CEA1-A9657FCB7B3E}"/>
          </ac:spMkLst>
        </pc:spChg>
        <pc:spChg chg="del">
          <ac:chgData name="Fenyvesi Barnabás" userId="44ba73e0-b751-401e-8959-cc86110a0035" providerId="ADAL" clId="{728E5D70-5E6C-49DC-A6A8-ED18CB6584F5}" dt="2025-12-07T18:22:33.844" v="1351" actId="478"/>
          <ac:spMkLst>
            <pc:docMk/>
            <pc:sldMk cId="1619956008" sldId="2573"/>
            <ac:spMk id="6" creationId="{1283CB35-216F-F310-CE84-9634B2B45E67}"/>
          </ac:spMkLst>
        </pc:spChg>
        <pc:picChg chg="mod">
          <ac:chgData name="Fenyvesi Barnabás" userId="44ba73e0-b751-401e-8959-cc86110a0035" providerId="ADAL" clId="{728E5D70-5E6C-49DC-A6A8-ED18CB6584F5}" dt="2025-12-07T18:22:54.910" v="1356" actId="1076"/>
          <ac:picMkLst>
            <pc:docMk/>
            <pc:sldMk cId="1619956008" sldId="2573"/>
            <ac:picMk id="8" creationId="{36BD0A4A-8093-41D4-A444-3585AF40081C}"/>
          </ac:picMkLst>
        </pc:picChg>
      </pc:sldChg>
      <pc:sldChg chg="delSp modSp mod setBg">
        <pc:chgData name="Fenyvesi Barnabás" userId="44ba73e0-b751-401e-8959-cc86110a0035" providerId="ADAL" clId="{728E5D70-5E6C-49DC-A6A8-ED18CB6584F5}" dt="2025-12-07T19:55:30.007" v="1781"/>
        <pc:sldMkLst>
          <pc:docMk/>
          <pc:sldMk cId="24246019" sldId="2574"/>
        </pc:sldMkLst>
        <pc:spChg chg="mod">
          <ac:chgData name="Fenyvesi Barnabás" userId="44ba73e0-b751-401e-8959-cc86110a0035" providerId="ADAL" clId="{728E5D70-5E6C-49DC-A6A8-ED18CB6584F5}" dt="2025-12-07T19:43:44.073" v="1691" actId="2711"/>
          <ac:spMkLst>
            <pc:docMk/>
            <pc:sldMk cId="24246019" sldId="2574"/>
            <ac:spMk id="2" creationId="{5CD95B66-066D-7C16-B77E-0D4E56996BA3}"/>
          </ac:spMkLst>
        </pc:spChg>
        <pc:spChg chg="mod">
          <ac:chgData name="Fenyvesi Barnabás" userId="44ba73e0-b751-401e-8959-cc86110a0035" providerId="ADAL" clId="{728E5D70-5E6C-49DC-A6A8-ED18CB6584F5}" dt="2025-12-07T19:55:21.587" v="1761" actId="207"/>
          <ac:spMkLst>
            <pc:docMk/>
            <pc:sldMk cId="24246019" sldId="2574"/>
            <ac:spMk id="4" creationId="{30D9C326-C3B5-68C1-551A-975A3AB26A20}"/>
          </ac:spMkLst>
        </pc:spChg>
        <pc:spChg chg="del">
          <ac:chgData name="Fenyvesi Barnabás" userId="44ba73e0-b751-401e-8959-cc86110a0035" providerId="ADAL" clId="{728E5D70-5E6C-49DC-A6A8-ED18CB6584F5}" dt="2025-12-07T18:24:54.951" v="1363" actId="478"/>
          <ac:spMkLst>
            <pc:docMk/>
            <pc:sldMk cId="24246019" sldId="2574"/>
            <ac:spMk id="5" creationId="{6AB3F78A-D4C2-1BB8-9738-957B4A54EBF4}"/>
          </ac:spMkLst>
        </pc:spChg>
        <pc:spChg chg="del">
          <ac:chgData name="Fenyvesi Barnabás" userId="44ba73e0-b751-401e-8959-cc86110a0035" providerId="ADAL" clId="{728E5D70-5E6C-49DC-A6A8-ED18CB6584F5}" dt="2025-12-07T18:25:19.302" v="1364" actId="478"/>
          <ac:spMkLst>
            <pc:docMk/>
            <pc:sldMk cId="24246019" sldId="2574"/>
            <ac:spMk id="6" creationId="{4235C17A-8504-CD87-3A88-0C8B98199F35}"/>
          </ac:spMkLst>
        </pc:spChg>
        <pc:picChg chg="mod">
          <ac:chgData name="Fenyvesi Barnabás" userId="44ba73e0-b751-401e-8959-cc86110a0035" providerId="ADAL" clId="{728E5D70-5E6C-49DC-A6A8-ED18CB6584F5}" dt="2025-12-07T18:30:31.859" v="1440" actId="1076"/>
          <ac:picMkLst>
            <pc:docMk/>
            <pc:sldMk cId="24246019" sldId="2574"/>
            <ac:picMk id="8" creationId="{1358E409-ACC9-43EE-A568-2E558CE9B63A}"/>
          </ac:picMkLst>
        </pc:picChg>
      </pc:sldChg>
      <pc:sldChg chg="addSp delSp modSp mod setBg modAnim">
        <pc:chgData name="Fenyvesi Barnabás" userId="44ba73e0-b751-401e-8959-cc86110a0035" providerId="ADAL" clId="{728E5D70-5E6C-49DC-A6A8-ED18CB6584F5}" dt="2025-12-07T22:52:51.059" v="2079" actId="20577"/>
        <pc:sldMkLst>
          <pc:docMk/>
          <pc:sldMk cId="29160128" sldId="2575"/>
        </pc:sldMkLst>
        <pc:spChg chg="mod">
          <ac:chgData name="Fenyvesi Barnabás" userId="44ba73e0-b751-401e-8959-cc86110a0035" providerId="ADAL" clId="{728E5D70-5E6C-49DC-A6A8-ED18CB6584F5}" dt="2025-12-07T19:51:28.162" v="1703" actId="27636"/>
          <ac:spMkLst>
            <pc:docMk/>
            <pc:sldMk cId="29160128" sldId="2575"/>
            <ac:spMk id="2" creationId="{7ECD7901-9C52-A5DE-466F-A9162D3F5D0C}"/>
          </ac:spMkLst>
        </pc:spChg>
        <pc:spChg chg="mod">
          <ac:chgData name="Fenyvesi Barnabás" userId="44ba73e0-b751-401e-8959-cc86110a0035" providerId="ADAL" clId="{728E5D70-5E6C-49DC-A6A8-ED18CB6584F5}" dt="2025-12-07T19:58:06.709" v="1813" actId="207"/>
          <ac:spMkLst>
            <pc:docMk/>
            <pc:sldMk cId="29160128" sldId="2575"/>
            <ac:spMk id="4" creationId="{2EB55210-4BD5-54F6-787C-79D735587215}"/>
          </ac:spMkLst>
        </pc:spChg>
        <pc:spChg chg="del">
          <ac:chgData name="Fenyvesi Barnabás" userId="44ba73e0-b751-401e-8959-cc86110a0035" providerId="ADAL" clId="{728E5D70-5E6C-49DC-A6A8-ED18CB6584F5}" dt="2025-12-07T18:30:58.723" v="1441" actId="478"/>
          <ac:spMkLst>
            <pc:docMk/>
            <pc:sldMk cId="29160128" sldId="2575"/>
            <ac:spMk id="5" creationId="{085C7DDC-39B5-5A08-0538-4733DB57C90F}"/>
          </ac:spMkLst>
        </pc:spChg>
        <pc:spChg chg="del">
          <ac:chgData name="Fenyvesi Barnabás" userId="44ba73e0-b751-401e-8959-cc86110a0035" providerId="ADAL" clId="{728E5D70-5E6C-49DC-A6A8-ED18CB6584F5}" dt="2025-12-07T18:31:00.702" v="1442" actId="478"/>
          <ac:spMkLst>
            <pc:docMk/>
            <pc:sldMk cId="29160128" sldId="2575"/>
            <ac:spMk id="6" creationId="{DCCF3D8A-5505-D871-CDCD-1804EDAD5FCE}"/>
          </ac:spMkLst>
        </pc:spChg>
        <pc:spChg chg="add del mod">
          <ac:chgData name="Fenyvesi Barnabás" userId="44ba73e0-b751-401e-8959-cc86110a0035" providerId="ADAL" clId="{728E5D70-5E6C-49DC-A6A8-ED18CB6584F5}" dt="2025-12-07T18:31:56.240" v="1444" actId="478"/>
          <ac:spMkLst>
            <pc:docMk/>
            <pc:sldMk cId="29160128" sldId="2575"/>
            <ac:spMk id="9" creationId="{74C8837D-8171-FB3E-5B69-7FFFC94BD6BF}"/>
          </ac:spMkLst>
        </pc:spChg>
        <pc:spChg chg="add mod">
          <ac:chgData name="Fenyvesi Barnabás" userId="44ba73e0-b751-401e-8959-cc86110a0035" providerId="ADAL" clId="{728E5D70-5E6C-49DC-A6A8-ED18CB6584F5}" dt="2025-12-07T19:51:18.600" v="1701" actId="2711"/>
          <ac:spMkLst>
            <pc:docMk/>
            <pc:sldMk cId="29160128" sldId="2575"/>
            <ac:spMk id="10" creationId="{D7288245-EDB6-BF32-63BD-CC409409F8D6}"/>
          </ac:spMkLst>
        </pc:spChg>
        <pc:spChg chg="add mod">
          <ac:chgData name="Fenyvesi Barnabás" userId="44ba73e0-b751-401e-8959-cc86110a0035" providerId="ADAL" clId="{728E5D70-5E6C-49DC-A6A8-ED18CB6584F5}" dt="2025-12-07T22:52:51.059" v="2079" actId="20577"/>
          <ac:spMkLst>
            <pc:docMk/>
            <pc:sldMk cId="29160128" sldId="2575"/>
            <ac:spMk id="11" creationId="{7F9B6AE1-8741-B1E6-A82B-9B6F443460D7}"/>
          </ac:spMkLst>
        </pc:spChg>
        <pc:graphicFrameChg chg="add mod">
          <ac:chgData name="Fenyvesi Barnabás" userId="44ba73e0-b751-401e-8959-cc86110a0035" providerId="ADAL" clId="{728E5D70-5E6C-49DC-A6A8-ED18CB6584F5}" dt="2025-12-07T18:33:51.503" v="1448"/>
          <ac:graphicFrameMkLst>
            <pc:docMk/>
            <pc:sldMk cId="29160128" sldId="2575"/>
            <ac:graphicFrameMk id="12" creationId="{23881C0E-96FE-B3A3-B86A-A93BB9FF5EB9}"/>
          </ac:graphicFrameMkLst>
        </pc:graphicFrameChg>
        <pc:picChg chg="del">
          <ac:chgData name="Fenyvesi Barnabás" userId="44ba73e0-b751-401e-8959-cc86110a0035" providerId="ADAL" clId="{728E5D70-5E6C-49DC-A6A8-ED18CB6584F5}" dt="2025-12-07T18:31:53.590" v="1443" actId="478"/>
          <ac:picMkLst>
            <pc:docMk/>
            <pc:sldMk cId="29160128" sldId="2575"/>
            <ac:picMk id="8" creationId="{C61C3ECE-2C2E-4992-AF68-E4F08E523835}"/>
          </ac:picMkLst>
        </pc:picChg>
      </pc:sldChg>
      <pc:sldChg chg="del">
        <pc:chgData name="Fenyvesi Barnabás" userId="44ba73e0-b751-401e-8959-cc86110a0035" providerId="ADAL" clId="{728E5D70-5E6C-49DC-A6A8-ED18CB6584F5}" dt="2025-12-07T19:37:34.817" v="1680" actId="2696"/>
        <pc:sldMkLst>
          <pc:docMk/>
          <pc:sldMk cId="1696134347" sldId="2576"/>
        </pc:sldMkLst>
      </pc:sldChg>
      <pc:sldChg chg="delSp modSp mod">
        <pc:chgData name="Fenyvesi Barnabás" userId="44ba73e0-b751-401e-8959-cc86110a0035" providerId="ADAL" clId="{728E5D70-5E6C-49DC-A6A8-ED18CB6584F5}" dt="2025-12-08T12:10:01.260" v="2513" actId="113"/>
        <pc:sldMkLst>
          <pc:docMk/>
          <pc:sldMk cId="3138252734" sldId="2577"/>
        </pc:sldMkLst>
        <pc:spChg chg="mod">
          <ac:chgData name="Fenyvesi Barnabás" userId="44ba73e0-b751-401e-8959-cc86110a0035" providerId="ADAL" clId="{728E5D70-5E6C-49DC-A6A8-ED18CB6584F5}" dt="2025-12-08T11:40:23.407" v="2429" actId="14100"/>
          <ac:spMkLst>
            <pc:docMk/>
            <pc:sldMk cId="3138252734" sldId="2577"/>
            <ac:spMk id="2" creationId="{8F2C27ED-5421-0D97-4AE0-989983E64845}"/>
          </ac:spMkLst>
        </pc:spChg>
        <pc:spChg chg="mod">
          <ac:chgData name="Fenyvesi Barnabás" userId="44ba73e0-b751-401e-8959-cc86110a0035" providerId="ADAL" clId="{728E5D70-5E6C-49DC-A6A8-ED18CB6584F5}" dt="2025-12-08T12:10:01.260" v="2513" actId="113"/>
          <ac:spMkLst>
            <pc:docMk/>
            <pc:sldMk cId="3138252734" sldId="2577"/>
            <ac:spMk id="4" creationId="{EDAEAF23-803A-DC6B-9602-3E286FCAAD05}"/>
          </ac:spMkLst>
        </pc:spChg>
        <pc:spChg chg="del">
          <ac:chgData name="Fenyvesi Barnabás" userId="44ba73e0-b751-401e-8959-cc86110a0035" providerId="ADAL" clId="{728E5D70-5E6C-49DC-A6A8-ED18CB6584F5}" dt="2025-12-07T19:39:24.287" v="1681" actId="478"/>
          <ac:spMkLst>
            <pc:docMk/>
            <pc:sldMk cId="3138252734" sldId="2577"/>
            <ac:spMk id="5" creationId="{6EE5D911-F9C7-992C-EF0C-F1D6975AF11D}"/>
          </ac:spMkLst>
        </pc:spChg>
        <pc:spChg chg="del">
          <ac:chgData name="Fenyvesi Barnabás" userId="44ba73e0-b751-401e-8959-cc86110a0035" providerId="ADAL" clId="{728E5D70-5E6C-49DC-A6A8-ED18CB6584F5}" dt="2025-12-07T19:39:26.583" v="1682" actId="478"/>
          <ac:spMkLst>
            <pc:docMk/>
            <pc:sldMk cId="3138252734" sldId="2577"/>
            <ac:spMk id="6" creationId="{DD1DB650-E278-F6B7-6640-A760FDFB1D96}"/>
          </ac:spMkLst>
        </pc:spChg>
        <pc:picChg chg="mod">
          <ac:chgData name="Fenyvesi Barnabás" userId="44ba73e0-b751-401e-8959-cc86110a0035" providerId="ADAL" clId="{728E5D70-5E6C-49DC-A6A8-ED18CB6584F5}" dt="2025-12-08T09:53:36.213" v="2110" actId="1076"/>
          <ac:picMkLst>
            <pc:docMk/>
            <pc:sldMk cId="3138252734" sldId="2577"/>
            <ac:picMk id="8" creationId="{AE65A096-28AE-45C1-B800-661D6F9A5AB0}"/>
          </ac:picMkLst>
        </pc:picChg>
      </pc:sldChg>
      <pc:sldChg chg="delSp modSp mod modAnim">
        <pc:chgData name="Fenyvesi Barnabás" userId="44ba73e0-b751-401e-8959-cc86110a0035" providerId="ADAL" clId="{728E5D70-5E6C-49DC-A6A8-ED18CB6584F5}" dt="2025-12-08T12:38:19.837" v="2673" actId="20577"/>
        <pc:sldMkLst>
          <pc:docMk/>
          <pc:sldMk cId="1431287574" sldId="2578"/>
        </pc:sldMkLst>
        <pc:spChg chg="mod">
          <ac:chgData name="Fenyvesi Barnabás" userId="44ba73e0-b751-401e-8959-cc86110a0035" providerId="ADAL" clId="{728E5D70-5E6C-49DC-A6A8-ED18CB6584F5}" dt="2025-12-08T12:15:53.929" v="2626" actId="14100"/>
          <ac:spMkLst>
            <pc:docMk/>
            <pc:sldMk cId="1431287574" sldId="2578"/>
            <ac:spMk id="2" creationId="{4DB8EA0E-14EF-A3D5-E25A-DE4C186AE6F5}"/>
          </ac:spMkLst>
        </pc:spChg>
        <pc:spChg chg="mod">
          <ac:chgData name="Fenyvesi Barnabás" userId="44ba73e0-b751-401e-8959-cc86110a0035" providerId="ADAL" clId="{728E5D70-5E6C-49DC-A6A8-ED18CB6584F5}" dt="2025-12-08T12:38:19.837" v="2673" actId="20577"/>
          <ac:spMkLst>
            <pc:docMk/>
            <pc:sldMk cId="1431287574" sldId="2578"/>
            <ac:spMk id="4" creationId="{3699B6AB-2783-0363-3956-D00ECA0FD5A2}"/>
          </ac:spMkLst>
        </pc:spChg>
        <pc:spChg chg="del">
          <ac:chgData name="Fenyvesi Barnabás" userId="44ba73e0-b751-401e-8959-cc86110a0035" providerId="ADAL" clId="{728E5D70-5E6C-49DC-A6A8-ED18CB6584F5}" dt="2025-12-07T19:39:29.379" v="1683" actId="478"/>
          <ac:spMkLst>
            <pc:docMk/>
            <pc:sldMk cId="1431287574" sldId="2578"/>
            <ac:spMk id="5" creationId="{D8E9F1A1-2DFB-3EA4-24EE-FFC301E90369}"/>
          </ac:spMkLst>
        </pc:spChg>
        <pc:spChg chg="del">
          <ac:chgData name="Fenyvesi Barnabás" userId="44ba73e0-b751-401e-8959-cc86110a0035" providerId="ADAL" clId="{728E5D70-5E6C-49DC-A6A8-ED18CB6584F5}" dt="2025-12-07T19:39:31.287" v="1684" actId="478"/>
          <ac:spMkLst>
            <pc:docMk/>
            <pc:sldMk cId="1431287574" sldId="2578"/>
            <ac:spMk id="6" creationId="{FC998C7F-3164-2A6E-48CA-DF5BC7283464}"/>
          </ac:spMkLst>
        </pc:spChg>
        <pc:picChg chg="mod">
          <ac:chgData name="Fenyvesi Barnabás" userId="44ba73e0-b751-401e-8959-cc86110a0035" providerId="ADAL" clId="{728E5D70-5E6C-49DC-A6A8-ED18CB6584F5}" dt="2025-12-08T09:58:40.872" v="2285" actId="1076"/>
          <ac:picMkLst>
            <pc:docMk/>
            <pc:sldMk cId="1431287574" sldId="2578"/>
            <ac:picMk id="8" creationId="{A298F472-AD27-4608-8624-515F98DBF00B}"/>
          </ac:picMkLst>
        </pc:picChg>
      </pc:sldChg>
      <pc:sldChg chg="new del">
        <pc:chgData name="Fenyvesi Barnabás" userId="44ba73e0-b751-401e-8959-cc86110a0035" providerId="ADAL" clId="{728E5D70-5E6C-49DC-A6A8-ED18CB6584F5}" dt="2025-12-08T12:38:56.894" v="2675" actId="2696"/>
        <pc:sldMkLst>
          <pc:docMk/>
          <pc:sldMk cId="1334162024" sldId="2579"/>
        </pc:sldMkLst>
      </pc:sldChg>
      <pc:sldChg chg="delSp modSp new mod">
        <pc:chgData name="Fenyvesi Barnabás" userId="44ba73e0-b751-401e-8959-cc86110a0035" providerId="ADAL" clId="{728E5D70-5E6C-49DC-A6A8-ED18CB6584F5}" dt="2025-12-08T12:41:31.466" v="2728" actId="20577"/>
        <pc:sldMkLst>
          <pc:docMk/>
          <pc:sldMk cId="2769684895" sldId="2579"/>
        </pc:sldMkLst>
        <pc:spChg chg="mod">
          <ac:chgData name="Fenyvesi Barnabás" userId="44ba73e0-b751-401e-8959-cc86110a0035" providerId="ADAL" clId="{728E5D70-5E6C-49DC-A6A8-ED18CB6584F5}" dt="2025-12-08T12:41:21.715" v="2725" actId="20577"/>
          <ac:spMkLst>
            <pc:docMk/>
            <pc:sldMk cId="2769684895" sldId="2579"/>
            <ac:spMk id="2" creationId="{A0FF1717-DA45-FDE2-CB6B-5B48784A3D62}"/>
          </ac:spMkLst>
        </pc:spChg>
        <pc:spChg chg="mod">
          <ac:chgData name="Fenyvesi Barnabás" userId="44ba73e0-b751-401e-8959-cc86110a0035" providerId="ADAL" clId="{728E5D70-5E6C-49DC-A6A8-ED18CB6584F5}" dt="2025-12-08T12:41:31.466" v="2728" actId="20577"/>
          <ac:spMkLst>
            <pc:docMk/>
            <pc:sldMk cId="2769684895" sldId="2579"/>
            <ac:spMk id="3" creationId="{9A38FBDD-DD85-B327-123F-4034F9B07EEB}"/>
          </ac:spMkLst>
        </pc:spChg>
        <pc:spChg chg="del">
          <ac:chgData name="Fenyvesi Barnabás" userId="44ba73e0-b751-401e-8959-cc86110a0035" providerId="ADAL" clId="{728E5D70-5E6C-49DC-A6A8-ED18CB6584F5}" dt="2025-12-08T12:39:55.189" v="2707" actId="478"/>
          <ac:spMkLst>
            <pc:docMk/>
            <pc:sldMk cId="2769684895" sldId="2579"/>
            <ac:spMk id="4" creationId="{A6956D77-BA1E-787A-A2CF-BB030FAAE8E0}"/>
          </ac:spMkLst>
        </pc:spChg>
        <pc:spChg chg="del">
          <ac:chgData name="Fenyvesi Barnabás" userId="44ba73e0-b751-401e-8959-cc86110a0035" providerId="ADAL" clId="{728E5D70-5E6C-49DC-A6A8-ED18CB6584F5}" dt="2025-12-08T12:39:58.209" v="2708" actId="478"/>
          <ac:spMkLst>
            <pc:docMk/>
            <pc:sldMk cId="2769684895" sldId="2579"/>
            <ac:spMk id="5" creationId="{FA3F5665-7E6A-567B-7932-60FD6A5F2179}"/>
          </ac:spMkLst>
        </pc:spChg>
      </pc:sldChg>
      <pc:sldMasterChg chg="setBg modSldLayout">
        <pc:chgData name="Fenyvesi Barnabás" userId="44ba73e0-b751-401e-8959-cc86110a0035" providerId="ADAL" clId="{728E5D70-5E6C-49DC-A6A8-ED18CB6584F5}" dt="2025-12-07T16:56:23.631" v="379"/>
        <pc:sldMasterMkLst>
          <pc:docMk/>
          <pc:sldMasterMk cId="2857678996" sldId="2147483660"/>
        </pc:sldMasterMkLst>
        <pc:sldLayoutChg chg="setBg">
          <pc:chgData name="Fenyvesi Barnabás" userId="44ba73e0-b751-401e-8959-cc86110a0035" providerId="ADAL" clId="{728E5D70-5E6C-49DC-A6A8-ED18CB6584F5}" dt="2025-12-07T16:56:23.631" v="379"/>
          <pc:sldLayoutMkLst>
            <pc:docMk/>
            <pc:sldMasterMk cId="2857678996" sldId="2147483660"/>
            <pc:sldLayoutMk cId="4008363252" sldId="2147483661"/>
          </pc:sldLayoutMkLst>
        </pc:sldLayoutChg>
        <pc:sldLayoutChg chg="setBg">
          <pc:chgData name="Fenyvesi Barnabás" userId="44ba73e0-b751-401e-8959-cc86110a0035" providerId="ADAL" clId="{728E5D70-5E6C-49DC-A6A8-ED18CB6584F5}" dt="2025-12-07T16:56:23.631" v="379"/>
          <pc:sldLayoutMkLst>
            <pc:docMk/>
            <pc:sldMasterMk cId="2857678996" sldId="2147483660"/>
            <pc:sldLayoutMk cId="2270618787" sldId="2147483662"/>
          </pc:sldLayoutMkLst>
        </pc:sldLayoutChg>
        <pc:sldLayoutChg chg="setBg">
          <pc:chgData name="Fenyvesi Barnabás" userId="44ba73e0-b751-401e-8959-cc86110a0035" providerId="ADAL" clId="{728E5D70-5E6C-49DC-A6A8-ED18CB6584F5}" dt="2025-12-07T16:56:23.631" v="379"/>
          <pc:sldLayoutMkLst>
            <pc:docMk/>
            <pc:sldMasterMk cId="2857678996" sldId="2147483660"/>
            <pc:sldLayoutMk cId="4223388852" sldId="2147483663"/>
          </pc:sldLayoutMkLst>
        </pc:sldLayoutChg>
        <pc:sldLayoutChg chg="setBg">
          <pc:chgData name="Fenyvesi Barnabás" userId="44ba73e0-b751-401e-8959-cc86110a0035" providerId="ADAL" clId="{728E5D70-5E6C-49DC-A6A8-ED18CB6584F5}" dt="2025-12-07T16:56:23.631" v="379"/>
          <pc:sldLayoutMkLst>
            <pc:docMk/>
            <pc:sldMasterMk cId="2857678996" sldId="2147483660"/>
            <pc:sldLayoutMk cId="2712885426" sldId="2147483665"/>
          </pc:sldLayoutMkLst>
        </pc:sldLayoutChg>
        <pc:sldLayoutChg chg="setBg">
          <pc:chgData name="Fenyvesi Barnabás" userId="44ba73e0-b751-401e-8959-cc86110a0035" providerId="ADAL" clId="{728E5D70-5E6C-49DC-A6A8-ED18CB6584F5}" dt="2025-12-07T16:56:23.631" v="379"/>
          <pc:sldLayoutMkLst>
            <pc:docMk/>
            <pc:sldMasterMk cId="2857678996" sldId="2147483660"/>
            <pc:sldLayoutMk cId="3935976410" sldId="2147483666"/>
          </pc:sldLayoutMkLst>
        </pc:sldLayoutChg>
        <pc:sldLayoutChg chg="setBg">
          <pc:chgData name="Fenyvesi Barnabás" userId="44ba73e0-b751-401e-8959-cc86110a0035" providerId="ADAL" clId="{728E5D70-5E6C-49DC-A6A8-ED18CB6584F5}" dt="2025-12-07T16:56:23.631" v="379"/>
          <pc:sldLayoutMkLst>
            <pc:docMk/>
            <pc:sldMasterMk cId="2857678996" sldId="2147483660"/>
            <pc:sldLayoutMk cId="930126382" sldId="2147483667"/>
          </pc:sldLayoutMkLst>
        </pc:sldLayoutChg>
        <pc:sldLayoutChg chg="setBg">
          <pc:chgData name="Fenyvesi Barnabás" userId="44ba73e0-b751-401e-8959-cc86110a0035" providerId="ADAL" clId="{728E5D70-5E6C-49DC-A6A8-ED18CB6584F5}" dt="2025-12-07T16:56:23.631" v="379"/>
          <pc:sldLayoutMkLst>
            <pc:docMk/>
            <pc:sldMasterMk cId="2857678996" sldId="2147483660"/>
            <pc:sldLayoutMk cId="1515968242" sldId="2147483669"/>
          </pc:sldLayoutMkLst>
        </pc:sldLayoutChg>
        <pc:sldLayoutChg chg="setBg">
          <pc:chgData name="Fenyvesi Barnabás" userId="44ba73e0-b751-401e-8959-cc86110a0035" providerId="ADAL" clId="{728E5D70-5E6C-49DC-A6A8-ED18CB6584F5}" dt="2025-12-07T16:56:23.631" v="379"/>
          <pc:sldLayoutMkLst>
            <pc:docMk/>
            <pc:sldMasterMk cId="2857678996" sldId="2147483660"/>
            <pc:sldLayoutMk cId="2484837113" sldId="2147483670"/>
          </pc:sldLayoutMkLst>
        </pc:sldLayoutChg>
        <pc:sldLayoutChg chg="setBg">
          <pc:chgData name="Fenyvesi Barnabás" userId="44ba73e0-b751-401e-8959-cc86110a0035" providerId="ADAL" clId="{728E5D70-5E6C-49DC-A6A8-ED18CB6584F5}" dt="2025-12-07T16:56:23.631" v="379"/>
          <pc:sldLayoutMkLst>
            <pc:docMk/>
            <pc:sldMasterMk cId="2857678996" sldId="2147483660"/>
            <pc:sldLayoutMk cId="1680127866" sldId="2147483671"/>
          </pc:sldLayoutMkLst>
        </pc:sldLayoutChg>
        <pc:sldLayoutChg chg="setBg">
          <pc:chgData name="Fenyvesi Barnabás" userId="44ba73e0-b751-401e-8959-cc86110a0035" providerId="ADAL" clId="{728E5D70-5E6C-49DC-A6A8-ED18CB6584F5}" dt="2025-12-07T16:56:23.631" v="379"/>
          <pc:sldLayoutMkLst>
            <pc:docMk/>
            <pc:sldMasterMk cId="2857678996" sldId="2147483660"/>
            <pc:sldLayoutMk cId="3019179777" sldId="2147483672"/>
          </pc:sldLayoutMkLst>
        </pc:sldLayoutChg>
        <pc:sldLayoutChg chg="setBg">
          <pc:chgData name="Fenyvesi Barnabás" userId="44ba73e0-b751-401e-8959-cc86110a0035" providerId="ADAL" clId="{728E5D70-5E6C-49DC-A6A8-ED18CB6584F5}" dt="2025-12-07T16:56:23.631" v="379"/>
          <pc:sldLayoutMkLst>
            <pc:docMk/>
            <pc:sldMasterMk cId="2857678996" sldId="2147483660"/>
            <pc:sldLayoutMk cId="213126687" sldId="2147483673"/>
          </pc:sldLayoutMkLst>
        </pc:sldLayoutChg>
        <pc:sldLayoutChg chg="setBg">
          <pc:chgData name="Fenyvesi Barnabás" userId="44ba73e0-b751-401e-8959-cc86110a0035" providerId="ADAL" clId="{728E5D70-5E6C-49DC-A6A8-ED18CB6584F5}" dt="2025-12-07T16:56:23.631" v="379"/>
          <pc:sldLayoutMkLst>
            <pc:docMk/>
            <pc:sldMasterMk cId="2857678996" sldId="2147483660"/>
            <pc:sldLayoutMk cId="4165767442" sldId="2147483674"/>
          </pc:sldLayoutMkLst>
        </pc:sldLayoutChg>
        <pc:sldLayoutChg chg="setBg">
          <pc:chgData name="Fenyvesi Barnabás" userId="44ba73e0-b751-401e-8959-cc86110a0035" providerId="ADAL" clId="{728E5D70-5E6C-49DC-A6A8-ED18CB6584F5}" dt="2025-12-07T16:56:23.631" v="379"/>
          <pc:sldLayoutMkLst>
            <pc:docMk/>
            <pc:sldMasterMk cId="2857678996" sldId="2147483660"/>
            <pc:sldLayoutMk cId="4109607881" sldId="2147483675"/>
          </pc:sldLayoutMkLst>
        </pc:sldLayoutChg>
        <pc:sldLayoutChg chg="setBg">
          <pc:chgData name="Fenyvesi Barnabás" userId="44ba73e0-b751-401e-8959-cc86110a0035" providerId="ADAL" clId="{728E5D70-5E6C-49DC-A6A8-ED18CB6584F5}" dt="2025-12-07T16:56:23.631" v="379"/>
          <pc:sldLayoutMkLst>
            <pc:docMk/>
            <pc:sldMasterMk cId="2857678996" sldId="2147483660"/>
            <pc:sldLayoutMk cId="2062932239" sldId="2147483676"/>
          </pc:sldLayoutMkLst>
        </pc:sldLayoutChg>
        <pc:sldLayoutChg chg="setBg">
          <pc:chgData name="Fenyvesi Barnabás" userId="44ba73e0-b751-401e-8959-cc86110a0035" providerId="ADAL" clId="{728E5D70-5E6C-49DC-A6A8-ED18CB6584F5}" dt="2025-12-07T16:56:23.631" v="379"/>
          <pc:sldLayoutMkLst>
            <pc:docMk/>
            <pc:sldMasterMk cId="2857678996" sldId="2147483660"/>
            <pc:sldLayoutMk cId="224879640" sldId="2147483677"/>
          </pc:sldLayoutMkLst>
        </pc:sldLayoutChg>
        <pc:sldLayoutChg chg="setBg">
          <pc:chgData name="Fenyvesi Barnabás" userId="44ba73e0-b751-401e-8959-cc86110a0035" providerId="ADAL" clId="{728E5D70-5E6C-49DC-A6A8-ED18CB6584F5}" dt="2025-12-07T16:56:23.631" v="379"/>
          <pc:sldLayoutMkLst>
            <pc:docMk/>
            <pc:sldMasterMk cId="2857678996" sldId="2147483660"/>
            <pc:sldLayoutMk cId="2795006290" sldId="2147483678"/>
          </pc:sldLayoutMkLst>
        </pc:sldLayoutChg>
        <pc:sldLayoutChg chg="setBg">
          <pc:chgData name="Fenyvesi Barnabás" userId="44ba73e0-b751-401e-8959-cc86110a0035" providerId="ADAL" clId="{728E5D70-5E6C-49DC-A6A8-ED18CB6584F5}" dt="2025-12-07T16:56:23.631" v="379"/>
          <pc:sldLayoutMkLst>
            <pc:docMk/>
            <pc:sldMasterMk cId="2857678996" sldId="2147483660"/>
            <pc:sldLayoutMk cId="2595597842" sldId="2147483679"/>
          </pc:sldLayoutMkLst>
        </pc:sldLayoutChg>
        <pc:sldLayoutChg chg="setBg">
          <pc:chgData name="Fenyvesi Barnabás" userId="44ba73e0-b751-401e-8959-cc86110a0035" providerId="ADAL" clId="{728E5D70-5E6C-49DC-A6A8-ED18CB6584F5}" dt="2025-12-07T16:56:23.631" v="379"/>
          <pc:sldLayoutMkLst>
            <pc:docMk/>
            <pc:sldMasterMk cId="2857678996" sldId="2147483660"/>
            <pc:sldLayoutMk cId="3559616684" sldId="2147483680"/>
          </pc:sldLayoutMkLst>
        </pc:sldLayoutChg>
        <pc:sldLayoutChg chg="setBg">
          <pc:chgData name="Fenyvesi Barnabás" userId="44ba73e0-b751-401e-8959-cc86110a0035" providerId="ADAL" clId="{728E5D70-5E6C-49DC-A6A8-ED18CB6584F5}" dt="2025-12-07T16:56:23.631" v="379"/>
          <pc:sldLayoutMkLst>
            <pc:docMk/>
            <pc:sldMasterMk cId="2857678996" sldId="2147483660"/>
            <pc:sldLayoutMk cId="1271444190" sldId="2147483681"/>
          </pc:sldLayoutMkLst>
        </pc:sldLayoutChg>
        <pc:sldLayoutChg chg="setBg">
          <pc:chgData name="Fenyvesi Barnabás" userId="44ba73e0-b751-401e-8959-cc86110a0035" providerId="ADAL" clId="{728E5D70-5E6C-49DC-A6A8-ED18CB6584F5}" dt="2025-12-07T16:56:23.631" v="379"/>
          <pc:sldLayoutMkLst>
            <pc:docMk/>
            <pc:sldMasterMk cId="2857678996" sldId="2147483660"/>
            <pc:sldLayoutMk cId="3130574463" sldId="2147483682"/>
          </pc:sldLayoutMkLst>
        </pc:sldLayoutChg>
        <pc:sldLayoutChg chg="setBg">
          <pc:chgData name="Fenyvesi Barnabás" userId="44ba73e0-b751-401e-8959-cc86110a0035" providerId="ADAL" clId="{728E5D70-5E6C-49DC-A6A8-ED18CB6584F5}" dt="2025-12-07T16:56:23.631" v="379"/>
          <pc:sldLayoutMkLst>
            <pc:docMk/>
            <pc:sldMasterMk cId="2857678996" sldId="2147483660"/>
            <pc:sldLayoutMk cId="2374503449" sldId="2147483683"/>
          </pc:sldLayoutMkLst>
        </pc:sldLayoutChg>
        <pc:sldLayoutChg chg="setBg">
          <pc:chgData name="Fenyvesi Barnabás" userId="44ba73e0-b751-401e-8959-cc86110a0035" providerId="ADAL" clId="{728E5D70-5E6C-49DC-A6A8-ED18CB6584F5}" dt="2025-12-07T16:56:23.631" v="379"/>
          <pc:sldLayoutMkLst>
            <pc:docMk/>
            <pc:sldMasterMk cId="2857678996" sldId="2147483660"/>
            <pc:sldLayoutMk cId="4062851215" sldId="2147483684"/>
          </pc:sldLayoutMkLst>
        </pc:sldLayoutChg>
        <pc:sldLayoutChg chg="setBg">
          <pc:chgData name="Fenyvesi Barnabás" userId="44ba73e0-b751-401e-8959-cc86110a0035" providerId="ADAL" clId="{728E5D70-5E6C-49DC-A6A8-ED18CB6584F5}" dt="2025-12-07T16:56:23.631" v="379"/>
          <pc:sldLayoutMkLst>
            <pc:docMk/>
            <pc:sldMasterMk cId="2857678996" sldId="2147483660"/>
            <pc:sldLayoutMk cId="3652623753" sldId="2147483685"/>
          </pc:sldLayoutMkLst>
        </pc:sldLayoutChg>
        <pc:sldLayoutChg chg="setBg">
          <pc:chgData name="Fenyvesi Barnabás" userId="44ba73e0-b751-401e-8959-cc86110a0035" providerId="ADAL" clId="{728E5D70-5E6C-49DC-A6A8-ED18CB6584F5}" dt="2025-12-07T16:56:23.631" v="379"/>
          <pc:sldLayoutMkLst>
            <pc:docMk/>
            <pc:sldMasterMk cId="2857678996" sldId="2147483660"/>
            <pc:sldLayoutMk cId="3726661656" sldId="2147483686"/>
          </pc:sldLayoutMkLst>
        </pc:sldLayoutChg>
        <pc:sldLayoutChg chg="setBg">
          <pc:chgData name="Fenyvesi Barnabás" userId="44ba73e0-b751-401e-8959-cc86110a0035" providerId="ADAL" clId="{728E5D70-5E6C-49DC-A6A8-ED18CB6584F5}" dt="2025-12-07T16:56:23.631" v="379"/>
          <pc:sldLayoutMkLst>
            <pc:docMk/>
            <pc:sldMasterMk cId="2857678996" sldId="2147483660"/>
            <pc:sldLayoutMk cId="649437874" sldId="2147483687"/>
          </pc:sldLayoutMkLst>
        </pc:sldLayoutChg>
        <pc:sldLayoutChg chg="setBg">
          <pc:chgData name="Fenyvesi Barnabás" userId="44ba73e0-b751-401e-8959-cc86110a0035" providerId="ADAL" clId="{728E5D70-5E6C-49DC-A6A8-ED18CB6584F5}" dt="2025-12-07T16:56:23.631" v="379"/>
          <pc:sldLayoutMkLst>
            <pc:docMk/>
            <pc:sldMasterMk cId="2857678996" sldId="2147483660"/>
            <pc:sldLayoutMk cId="968987023" sldId="2147483688"/>
          </pc:sldLayoutMkLst>
        </pc:sldLayoutChg>
        <pc:sldLayoutChg chg="setBg">
          <pc:chgData name="Fenyvesi Barnabás" userId="44ba73e0-b751-401e-8959-cc86110a0035" providerId="ADAL" clId="{728E5D70-5E6C-49DC-A6A8-ED18CB6584F5}" dt="2025-12-07T16:56:23.631" v="379"/>
          <pc:sldLayoutMkLst>
            <pc:docMk/>
            <pc:sldMasterMk cId="2857678996" sldId="2147483660"/>
            <pc:sldLayoutMk cId="882319024" sldId="2147483689"/>
          </pc:sldLayoutMkLst>
        </pc:sldLayoutChg>
        <pc:sldLayoutChg chg="setBg">
          <pc:chgData name="Fenyvesi Barnabás" userId="44ba73e0-b751-401e-8959-cc86110a0035" providerId="ADAL" clId="{728E5D70-5E6C-49DC-A6A8-ED18CB6584F5}" dt="2025-12-07T16:56:23.631" v="379"/>
          <pc:sldLayoutMkLst>
            <pc:docMk/>
            <pc:sldMasterMk cId="2857678996" sldId="2147483660"/>
            <pc:sldLayoutMk cId="610122872" sldId="2147483690"/>
          </pc:sldLayoutMkLst>
        </pc:sldLayoutChg>
        <pc:sldLayoutChg chg="setBg">
          <pc:chgData name="Fenyvesi Barnabás" userId="44ba73e0-b751-401e-8959-cc86110a0035" providerId="ADAL" clId="{728E5D70-5E6C-49DC-A6A8-ED18CB6584F5}" dt="2025-12-07T16:56:23.631" v="379"/>
          <pc:sldLayoutMkLst>
            <pc:docMk/>
            <pc:sldMasterMk cId="2857678996" sldId="2147483660"/>
            <pc:sldLayoutMk cId="473633686" sldId="2147483691"/>
          </pc:sldLayoutMkLst>
        </pc:sldLayoutChg>
        <pc:sldLayoutChg chg="setBg">
          <pc:chgData name="Fenyvesi Barnabás" userId="44ba73e0-b751-401e-8959-cc86110a0035" providerId="ADAL" clId="{728E5D70-5E6C-49DC-A6A8-ED18CB6584F5}" dt="2025-12-07T16:56:23.631" v="379"/>
          <pc:sldLayoutMkLst>
            <pc:docMk/>
            <pc:sldMasterMk cId="2857678996" sldId="2147483660"/>
            <pc:sldLayoutMk cId="574681585" sldId="2147483692"/>
          </pc:sldLayoutMkLst>
        </pc:sldLayoutChg>
        <pc:sldLayoutChg chg="setBg">
          <pc:chgData name="Fenyvesi Barnabás" userId="44ba73e0-b751-401e-8959-cc86110a0035" providerId="ADAL" clId="{728E5D70-5E6C-49DC-A6A8-ED18CB6584F5}" dt="2025-12-07T16:56:23.631" v="379"/>
          <pc:sldLayoutMkLst>
            <pc:docMk/>
            <pc:sldMasterMk cId="2857678996" sldId="2147483660"/>
            <pc:sldLayoutMk cId="843141938" sldId="2147483693"/>
          </pc:sldLayoutMkLst>
        </pc:sldLayoutChg>
        <pc:sldLayoutChg chg="setBg">
          <pc:chgData name="Fenyvesi Barnabás" userId="44ba73e0-b751-401e-8959-cc86110a0035" providerId="ADAL" clId="{728E5D70-5E6C-49DC-A6A8-ED18CB6584F5}" dt="2025-12-07T16:56:23.631" v="379"/>
          <pc:sldLayoutMkLst>
            <pc:docMk/>
            <pc:sldMasterMk cId="2857678996" sldId="2147483660"/>
            <pc:sldLayoutMk cId="2110402115" sldId="2147483694"/>
          </pc:sldLayoutMkLst>
        </pc:sldLayoutChg>
        <pc:sldLayoutChg chg="setBg">
          <pc:chgData name="Fenyvesi Barnabás" userId="44ba73e0-b751-401e-8959-cc86110a0035" providerId="ADAL" clId="{728E5D70-5E6C-49DC-A6A8-ED18CB6584F5}" dt="2025-12-07T16:56:23.631" v="379"/>
          <pc:sldLayoutMkLst>
            <pc:docMk/>
            <pc:sldMasterMk cId="2857678996" sldId="2147483660"/>
            <pc:sldLayoutMk cId="1139368480" sldId="2147483695"/>
          </pc:sldLayoutMkLst>
        </pc:sldLayoutChg>
        <pc:sldLayoutChg chg="setBg">
          <pc:chgData name="Fenyvesi Barnabás" userId="44ba73e0-b751-401e-8959-cc86110a0035" providerId="ADAL" clId="{728E5D70-5E6C-49DC-A6A8-ED18CB6584F5}" dt="2025-12-07T16:56:23.631" v="379"/>
          <pc:sldLayoutMkLst>
            <pc:docMk/>
            <pc:sldMasterMk cId="2857678996" sldId="2147483660"/>
            <pc:sldLayoutMk cId="1637816391" sldId="2147483696"/>
          </pc:sldLayoutMkLst>
        </pc:sldLayoutChg>
        <pc:sldLayoutChg chg="setBg">
          <pc:chgData name="Fenyvesi Barnabás" userId="44ba73e0-b751-401e-8959-cc86110a0035" providerId="ADAL" clId="{728E5D70-5E6C-49DC-A6A8-ED18CB6584F5}" dt="2025-12-07T16:56:23.631" v="379"/>
          <pc:sldLayoutMkLst>
            <pc:docMk/>
            <pc:sldMasterMk cId="2857678996" sldId="2147483660"/>
            <pc:sldLayoutMk cId="2649595410" sldId="2147483697"/>
          </pc:sldLayoutMkLst>
        </pc:sldLayoutChg>
        <pc:sldLayoutChg chg="setBg">
          <pc:chgData name="Fenyvesi Barnabás" userId="44ba73e0-b751-401e-8959-cc86110a0035" providerId="ADAL" clId="{728E5D70-5E6C-49DC-A6A8-ED18CB6584F5}" dt="2025-12-07T16:56:23.631" v="379"/>
          <pc:sldLayoutMkLst>
            <pc:docMk/>
            <pc:sldMasterMk cId="2857678996" sldId="2147483660"/>
            <pc:sldLayoutMk cId="3550135734" sldId="2147483698"/>
          </pc:sldLayoutMkLst>
        </pc:sldLayoutChg>
        <pc:sldLayoutChg chg="setBg">
          <pc:chgData name="Fenyvesi Barnabás" userId="44ba73e0-b751-401e-8959-cc86110a0035" providerId="ADAL" clId="{728E5D70-5E6C-49DC-A6A8-ED18CB6584F5}" dt="2025-12-07T16:56:23.631" v="379"/>
          <pc:sldLayoutMkLst>
            <pc:docMk/>
            <pc:sldMasterMk cId="2857678996" sldId="2147483660"/>
            <pc:sldLayoutMk cId="753896676" sldId="2147483699"/>
          </pc:sldLayoutMkLst>
        </pc:sldLayoutChg>
        <pc:sldLayoutChg chg="setBg">
          <pc:chgData name="Fenyvesi Barnabás" userId="44ba73e0-b751-401e-8959-cc86110a0035" providerId="ADAL" clId="{728E5D70-5E6C-49DC-A6A8-ED18CB6584F5}" dt="2025-12-07T16:56:23.631" v="379"/>
          <pc:sldLayoutMkLst>
            <pc:docMk/>
            <pc:sldMasterMk cId="2857678996" sldId="2147483660"/>
            <pc:sldLayoutMk cId="498389604" sldId="2147483700"/>
          </pc:sldLayoutMkLst>
        </pc:sldLayoutChg>
        <pc:sldLayoutChg chg="setBg">
          <pc:chgData name="Fenyvesi Barnabás" userId="44ba73e0-b751-401e-8959-cc86110a0035" providerId="ADAL" clId="{728E5D70-5E6C-49DC-A6A8-ED18CB6584F5}" dt="2025-12-07T16:56:23.631" v="379"/>
          <pc:sldLayoutMkLst>
            <pc:docMk/>
            <pc:sldMasterMk cId="2857678996" sldId="2147483660"/>
            <pc:sldLayoutMk cId="949390628" sldId="2147483701"/>
          </pc:sldLayoutMkLst>
        </pc:sldLayoutChg>
        <pc:sldLayoutChg chg="setBg">
          <pc:chgData name="Fenyvesi Barnabás" userId="44ba73e0-b751-401e-8959-cc86110a0035" providerId="ADAL" clId="{728E5D70-5E6C-49DC-A6A8-ED18CB6584F5}" dt="2025-12-07T16:56:23.631" v="379"/>
          <pc:sldLayoutMkLst>
            <pc:docMk/>
            <pc:sldMasterMk cId="2857678996" sldId="2147483660"/>
            <pc:sldLayoutMk cId="4152190486" sldId="2147483702"/>
          </pc:sldLayoutMkLst>
        </pc:sldLayoutChg>
        <pc:sldLayoutChg chg="setBg">
          <pc:chgData name="Fenyvesi Barnabás" userId="44ba73e0-b751-401e-8959-cc86110a0035" providerId="ADAL" clId="{728E5D70-5E6C-49DC-A6A8-ED18CB6584F5}" dt="2025-12-07T16:56:23.631" v="379"/>
          <pc:sldLayoutMkLst>
            <pc:docMk/>
            <pc:sldMasterMk cId="2857678996" sldId="2147483660"/>
            <pc:sldLayoutMk cId="3418991171" sldId="2147483703"/>
          </pc:sldLayoutMkLst>
        </pc:sldLayoutChg>
        <pc:sldLayoutChg chg="setBg">
          <pc:chgData name="Fenyvesi Barnabás" userId="44ba73e0-b751-401e-8959-cc86110a0035" providerId="ADAL" clId="{728E5D70-5E6C-49DC-A6A8-ED18CB6584F5}" dt="2025-12-07T16:56:23.631" v="379"/>
          <pc:sldLayoutMkLst>
            <pc:docMk/>
            <pc:sldMasterMk cId="2857678996" sldId="2147483660"/>
            <pc:sldLayoutMk cId="626498314" sldId="2147483704"/>
          </pc:sldLayoutMkLst>
        </pc:sldLayoutChg>
        <pc:sldLayoutChg chg="setBg">
          <pc:chgData name="Fenyvesi Barnabás" userId="44ba73e0-b751-401e-8959-cc86110a0035" providerId="ADAL" clId="{728E5D70-5E6C-49DC-A6A8-ED18CB6584F5}" dt="2025-12-07T16:56:23.631" v="379"/>
          <pc:sldLayoutMkLst>
            <pc:docMk/>
            <pc:sldMasterMk cId="2857678996" sldId="2147483660"/>
            <pc:sldLayoutMk cId="211958208" sldId="2147483705"/>
          </pc:sldLayoutMkLst>
        </pc:sldLayoutChg>
        <pc:sldLayoutChg chg="setBg">
          <pc:chgData name="Fenyvesi Barnabás" userId="44ba73e0-b751-401e-8959-cc86110a0035" providerId="ADAL" clId="{728E5D70-5E6C-49DC-A6A8-ED18CB6584F5}" dt="2025-12-07T16:56:23.631" v="379"/>
          <pc:sldLayoutMkLst>
            <pc:docMk/>
            <pc:sldMasterMk cId="2857678996" sldId="2147483660"/>
            <pc:sldLayoutMk cId="3733551971" sldId="2147483706"/>
          </pc:sldLayoutMkLst>
        </pc:sldLayoutChg>
        <pc:sldLayoutChg chg="setBg">
          <pc:chgData name="Fenyvesi Barnabás" userId="44ba73e0-b751-401e-8959-cc86110a0035" providerId="ADAL" clId="{728E5D70-5E6C-49DC-A6A8-ED18CB6584F5}" dt="2025-12-07T16:56:23.631" v="379"/>
          <pc:sldLayoutMkLst>
            <pc:docMk/>
            <pc:sldMasterMk cId="2857678996" sldId="2147483660"/>
            <pc:sldLayoutMk cId="4091580160" sldId="2147483707"/>
          </pc:sldLayoutMkLst>
        </pc:sldLayoutChg>
        <pc:sldLayoutChg chg="setBg">
          <pc:chgData name="Fenyvesi Barnabás" userId="44ba73e0-b751-401e-8959-cc86110a0035" providerId="ADAL" clId="{728E5D70-5E6C-49DC-A6A8-ED18CB6584F5}" dt="2025-12-07T16:56:23.631" v="379"/>
          <pc:sldLayoutMkLst>
            <pc:docMk/>
            <pc:sldMasterMk cId="2857678996" sldId="2147483660"/>
            <pc:sldLayoutMk cId="2725546094" sldId="2147483708"/>
          </pc:sldLayoutMkLst>
        </pc:sldLayoutChg>
        <pc:sldLayoutChg chg="setBg">
          <pc:chgData name="Fenyvesi Barnabás" userId="44ba73e0-b751-401e-8959-cc86110a0035" providerId="ADAL" clId="{728E5D70-5E6C-49DC-A6A8-ED18CB6584F5}" dt="2025-12-07T16:56:23.631" v="379"/>
          <pc:sldLayoutMkLst>
            <pc:docMk/>
            <pc:sldMasterMk cId="2857678996" sldId="2147483660"/>
            <pc:sldLayoutMk cId="1737916580" sldId="2147483709"/>
          </pc:sldLayoutMkLst>
        </pc:sldLayoutChg>
        <pc:sldLayoutChg chg="setBg">
          <pc:chgData name="Fenyvesi Barnabás" userId="44ba73e0-b751-401e-8959-cc86110a0035" providerId="ADAL" clId="{728E5D70-5E6C-49DC-A6A8-ED18CB6584F5}" dt="2025-12-07T16:56:23.631" v="379"/>
          <pc:sldLayoutMkLst>
            <pc:docMk/>
            <pc:sldMasterMk cId="2857678996" sldId="2147483660"/>
            <pc:sldLayoutMk cId="4232010584" sldId="2147483710"/>
          </pc:sldLayoutMkLst>
        </pc:sldLayoutChg>
        <pc:sldLayoutChg chg="setBg">
          <pc:chgData name="Fenyvesi Barnabás" userId="44ba73e0-b751-401e-8959-cc86110a0035" providerId="ADAL" clId="{728E5D70-5E6C-49DC-A6A8-ED18CB6584F5}" dt="2025-12-07T16:56:23.631" v="379"/>
          <pc:sldLayoutMkLst>
            <pc:docMk/>
            <pc:sldMasterMk cId="2857678996" sldId="2147483660"/>
            <pc:sldLayoutMk cId="578781640" sldId="2147483711"/>
          </pc:sldLayoutMkLst>
        </pc:sldLayoutChg>
        <pc:sldLayoutChg chg="setBg">
          <pc:chgData name="Fenyvesi Barnabás" userId="44ba73e0-b751-401e-8959-cc86110a0035" providerId="ADAL" clId="{728E5D70-5E6C-49DC-A6A8-ED18CB6584F5}" dt="2025-12-07T16:56:23.631" v="379"/>
          <pc:sldLayoutMkLst>
            <pc:docMk/>
            <pc:sldMasterMk cId="2857678996" sldId="2147483660"/>
            <pc:sldLayoutMk cId="2389233087" sldId="2147483712"/>
          </pc:sldLayoutMkLst>
        </pc:sldLayoutChg>
        <pc:sldLayoutChg chg="setBg">
          <pc:chgData name="Fenyvesi Barnabás" userId="44ba73e0-b751-401e-8959-cc86110a0035" providerId="ADAL" clId="{728E5D70-5E6C-49DC-A6A8-ED18CB6584F5}" dt="2025-12-07T16:56:23.631" v="379"/>
          <pc:sldLayoutMkLst>
            <pc:docMk/>
            <pc:sldMasterMk cId="2857678996" sldId="2147483660"/>
            <pc:sldLayoutMk cId="969815422" sldId="2147483713"/>
          </pc:sldLayoutMkLst>
        </pc:sldLayoutChg>
        <pc:sldLayoutChg chg="setBg">
          <pc:chgData name="Fenyvesi Barnabás" userId="44ba73e0-b751-401e-8959-cc86110a0035" providerId="ADAL" clId="{728E5D70-5E6C-49DC-A6A8-ED18CB6584F5}" dt="2025-12-07T16:56:23.631" v="379"/>
          <pc:sldLayoutMkLst>
            <pc:docMk/>
            <pc:sldMasterMk cId="2857678996" sldId="2147483660"/>
            <pc:sldLayoutMk cId="2645376581" sldId="2147483714"/>
          </pc:sldLayoutMkLst>
        </pc:sldLayoutChg>
        <pc:sldLayoutChg chg="setBg">
          <pc:chgData name="Fenyvesi Barnabás" userId="44ba73e0-b751-401e-8959-cc86110a0035" providerId="ADAL" clId="{728E5D70-5E6C-49DC-A6A8-ED18CB6584F5}" dt="2025-12-07T16:56:23.631" v="379"/>
          <pc:sldLayoutMkLst>
            <pc:docMk/>
            <pc:sldMasterMk cId="2857678996" sldId="2147483660"/>
            <pc:sldLayoutMk cId="816083506" sldId="2147483715"/>
          </pc:sldLayoutMkLst>
        </pc:sldLayoutChg>
        <pc:sldLayoutChg chg="setBg">
          <pc:chgData name="Fenyvesi Barnabás" userId="44ba73e0-b751-401e-8959-cc86110a0035" providerId="ADAL" clId="{728E5D70-5E6C-49DC-A6A8-ED18CB6584F5}" dt="2025-12-07T16:56:23.631" v="379"/>
          <pc:sldLayoutMkLst>
            <pc:docMk/>
            <pc:sldMasterMk cId="2857678996" sldId="2147483660"/>
            <pc:sldLayoutMk cId="3089164281" sldId="2147483716"/>
          </pc:sldLayoutMkLst>
        </pc:sldLayoutChg>
        <pc:sldLayoutChg chg="setBg">
          <pc:chgData name="Fenyvesi Barnabás" userId="44ba73e0-b751-401e-8959-cc86110a0035" providerId="ADAL" clId="{728E5D70-5E6C-49DC-A6A8-ED18CB6584F5}" dt="2025-12-07T16:56:23.631" v="379"/>
          <pc:sldLayoutMkLst>
            <pc:docMk/>
            <pc:sldMasterMk cId="2857678996" sldId="2147483660"/>
            <pc:sldLayoutMk cId="1723409569" sldId="2147483717"/>
          </pc:sldLayoutMkLst>
        </pc:sldLayoutChg>
        <pc:sldLayoutChg chg="setBg">
          <pc:chgData name="Fenyvesi Barnabás" userId="44ba73e0-b751-401e-8959-cc86110a0035" providerId="ADAL" clId="{728E5D70-5E6C-49DC-A6A8-ED18CB6584F5}" dt="2025-12-07T16:56:23.631" v="379"/>
          <pc:sldLayoutMkLst>
            <pc:docMk/>
            <pc:sldMasterMk cId="2857678996" sldId="2147483660"/>
            <pc:sldLayoutMk cId="1761477608" sldId="2147483718"/>
          </pc:sldLayoutMkLst>
        </pc:sldLayoutChg>
        <pc:sldLayoutChg chg="setBg">
          <pc:chgData name="Fenyvesi Barnabás" userId="44ba73e0-b751-401e-8959-cc86110a0035" providerId="ADAL" clId="{728E5D70-5E6C-49DC-A6A8-ED18CB6584F5}" dt="2025-12-07T16:56:23.631" v="379"/>
          <pc:sldLayoutMkLst>
            <pc:docMk/>
            <pc:sldMasterMk cId="2857678996" sldId="2147483660"/>
            <pc:sldLayoutMk cId="3235089216" sldId="214748371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965D4C-7040-4471-80C9-961675971CE8}" type="datetimeFigureOut">
              <a:t>2025. 12. 09.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BA71B1-5F2F-4782-A7D6-EADEA66B989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989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Lehet, hogy az AI által létrehozott tartalom helytelen.
---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86293-4D62-411F-83A4-7F8EF8CCF966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007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Projekt és csapat, Elkészült funkciók, Extra funkciók, Élő demó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86293-4D62-411F-83A4-7F8EF8CCF966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8041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Az </a:t>
            </a:r>
            <a:r>
              <a:rPr lang="en-US" dirty="0" err="1"/>
              <a:t>EduShare</a:t>
            </a:r>
            <a:r>
              <a:rPr lang="en-US" dirty="0"/>
              <a:t> platform </a:t>
            </a:r>
            <a:r>
              <a:rPr lang="en-US" dirty="0" err="1"/>
              <a:t>minden</a:t>
            </a:r>
            <a:r>
              <a:rPr lang="en-US" dirty="0"/>
              <a:t> </a:t>
            </a:r>
            <a:r>
              <a:rPr lang="en-US" dirty="0" err="1"/>
              <a:t>tervezett</a:t>
            </a:r>
            <a:r>
              <a:rPr lang="en-US" dirty="0"/>
              <a:t> </a:t>
            </a:r>
            <a:r>
              <a:rPr lang="en-US" dirty="0" err="1"/>
              <a:t>funkciója</a:t>
            </a:r>
            <a:r>
              <a:rPr lang="en-US" dirty="0"/>
              <a:t> </a:t>
            </a:r>
            <a:r>
              <a:rPr lang="en-US" dirty="0" err="1"/>
              <a:t>hibátlanul</a:t>
            </a:r>
            <a:r>
              <a:rPr lang="en-US" dirty="0"/>
              <a:t> </a:t>
            </a:r>
            <a:r>
              <a:rPr lang="en-US" dirty="0" err="1"/>
              <a:t>megvalósult</a:t>
            </a:r>
            <a:r>
              <a:rPr lang="en-US" dirty="0"/>
              <a:t>. A </a:t>
            </a:r>
            <a:r>
              <a:rPr lang="en-US" dirty="0" err="1"/>
              <a:t>rendszer</a:t>
            </a:r>
            <a:r>
              <a:rPr lang="en-US" dirty="0"/>
              <a:t> </a:t>
            </a:r>
            <a:r>
              <a:rPr lang="en-US" dirty="0" err="1"/>
              <a:t>lehetőséget</a:t>
            </a:r>
            <a:r>
              <a:rPr lang="en-US" dirty="0"/>
              <a:t> </a:t>
            </a:r>
            <a:r>
              <a:rPr lang="en-US" dirty="0" err="1"/>
              <a:t>biztosít</a:t>
            </a:r>
            <a:r>
              <a:rPr lang="en-US" dirty="0"/>
              <a:t> </a:t>
            </a:r>
            <a:r>
              <a:rPr lang="en-US" dirty="0" err="1"/>
              <a:t>regisztrációra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bejelentkezésre</a:t>
            </a:r>
            <a:r>
              <a:rPr lang="en-US" dirty="0"/>
              <a:t>, </a:t>
            </a:r>
            <a:r>
              <a:rPr lang="en-US" dirty="0" err="1"/>
              <a:t>így</a:t>
            </a:r>
            <a:r>
              <a:rPr lang="en-US" dirty="0"/>
              <a:t> a </a:t>
            </a:r>
            <a:r>
              <a:rPr lang="en-US" dirty="0" err="1"/>
              <a:t>felhasználók</a:t>
            </a:r>
            <a:r>
              <a:rPr lang="en-US" dirty="0"/>
              <a:t> </a:t>
            </a:r>
            <a:r>
              <a:rPr lang="en-US" dirty="0" err="1"/>
              <a:t>biztonságosan</a:t>
            </a:r>
            <a:r>
              <a:rPr lang="en-US" dirty="0"/>
              <a:t> </a:t>
            </a:r>
            <a:r>
              <a:rPr lang="en-US" dirty="0" err="1"/>
              <a:t>hozzáférhetnek</a:t>
            </a:r>
            <a:r>
              <a:rPr lang="en-US" dirty="0"/>
              <a:t> a </a:t>
            </a:r>
            <a:r>
              <a:rPr lang="en-US" dirty="0" err="1"/>
              <a:t>szolgáltatásokhoz</a:t>
            </a:r>
            <a:r>
              <a:rPr lang="en-US" dirty="0"/>
              <a:t>. A </a:t>
            </a:r>
            <a:r>
              <a:rPr lang="en-US" dirty="0" err="1"/>
              <a:t>tananyagfeltöltés</a:t>
            </a:r>
            <a:r>
              <a:rPr lang="en-US" dirty="0"/>
              <a:t> </a:t>
            </a:r>
            <a:r>
              <a:rPr lang="en-US" dirty="0" err="1"/>
              <a:t>funkció</a:t>
            </a:r>
            <a:r>
              <a:rPr lang="en-US" dirty="0"/>
              <a:t> </a:t>
            </a:r>
            <a:r>
              <a:rPr lang="en-US" dirty="0" err="1"/>
              <a:t>révén</a:t>
            </a:r>
            <a:r>
              <a:rPr lang="en-US" dirty="0"/>
              <a:t> </a:t>
            </a:r>
            <a:r>
              <a:rPr lang="en-US" dirty="0" err="1"/>
              <a:t>bárki</a:t>
            </a:r>
            <a:r>
              <a:rPr lang="en-US" dirty="0"/>
              <a:t> </a:t>
            </a:r>
            <a:r>
              <a:rPr lang="en-US" dirty="0" err="1"/>
              <a:t>megoszthatja</a:t>
            </a:r>
            <a:r>
              <a:rPr lang="en-US" dirty="0"/>
              <a:t> </a:t>
            </a:r>
            <a:r>
              <a:rPr lang="en-US" dirty="0" err="1"/>
              <a:t>saját</a:t>
            </a:r>
            <a:r>
              <a:rPr lang="en-US" dirty="0"/>
              <a:t> </a:t>
            </a:r>
            <a:r>
              <a:rPr lang="en-US" dirty="0" err="1"/>
              <a:t>anyagait</a:t>
            </a:r>
            <a:r>
              <a:rPr lang="en-US" dirty="0"/>
              <a:t>, </a:t>
            </a:r>
            <a:r>
              <a:rPr lang="en-US" dirty="0" err="1"/>
              <a:t>míg</a:t>
            </a:r>
            <a:r>
              <a:rPr lang="en-US" dirty="0"/>
              <a:t> a </a:t>
            </a:r>
            <a:r>
              <a:rPr lang="en-US" dirty="0" err="1"/>
              <a:t>keresés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szűrés</a:t>
            </a:r>
            <a:r>
              <a:rPr lang="en-US" dirty="0"/>
              <a:t> </a:t>
            </a:r>
            <a:r>
              <a:rPr lang="en-US" dirty="0" err="1"/>
              <a:t>opciók</a:t>
            </a:r>
            <a:r>
              <a:rPr lang="en-US" dirty="0"/>
              <a:t> </a:t>
            </a:r>
            <a:r>
              <a:rPr lang="en-US" dirty="0" err="1"/>
              <a:t>segítik</a:t>
            </a:r>
            <a:r>
              <a:rPr lang="en-US" dirty="0"/>
              <a:t> a </a:t>
            </a:r>
            <a:r>
              <a:rPr lang="en-US" dirty="0" err="1"/>
              <a:t>releváns</a:t>
            </a:r>
            <a:r>
              <a:rPr lang="en-US" dirty="0"/>
              <a:t> </a:t>
            </a:r>
            <a:r>
              <a:rPr lang="en-US" dirty="0" err="1"/>
              <a:t>tartalom</a:t>
            </a:r>
            <a:r>
              <a:rPr lang="en-US" dirty="0"/>
              <a:t> </a:t>
            </a:r>
            <a:r>
              <a:rPr lang="en-US" dirty="0" err="1"/>
              <a:t>gyors</a:t>
            </a:r>
            <a:r>
              <a:rPr lang="en-US" dirty="0"/>
              <a:t> </a:t>
            </a:r>
            <a:r>
              <a:rPr lang="en-US" dirty="0" err="1"/>
              <a:t>megtalálását</a:t>
            </a:r>
            <a:r>
              <a:rPr lang="en-US" dirty="0"/>
              <a:t>. A </a:t>
            </a:r>
            <a:r>
              <a:rPr lang="en-US" dirty="0" err="1"/>
              <a:t>letöltés</a:t>
            </a:r>
            <a:r>
              <a:rPr lang="en-US" dirty="0"/>
              <a:t> </a:t>
            </a:r>
            <a:r>
              <a:rPr lang="en-US" dirty="0" err="1"/>
              <a:t>funkció</a:t>
            </a:r>
            <a:r>
              <a:rPr lang="en-US" dirty="0"/>
              <a:t> </a:t>
            </a:r>
            <a:r>
              <a:rPr lang="en-US" dirty="0" err="1"/>
              <a:t>kényelmes</a:t>
            </a:r>
            <a:r>
              <a:rPr lang="en-US" dirty="0"/>
              <a:t> </a:t>
            </a:r>
            <a:r>
              <a:rPr lang="en-US" dirty="0" err="1"/>
              <a:t>hozzáférést</a:t>
            </a:r>
            <a:r>
              <a:rPr lang="en-US" dirty="0"/>
              <a:t> </a:t>
            </a:r>
            <a:r>
              <a:rPr lang="en-US" dirty="0" err="1"/>
              <a:t>biztosít</a:t>
            </a:r>
            <a:r>
              <a:rPr lang="en-US" dirty="0"/>
              <a:t> a </a:t>
            </a:r>
            <a:r>
              <a:rPr lang="en-US" dirty="0" err="1"/>
              <a:t>dokumentumokhoz</a:t>
            </a:r>
            <a:r>
              <a:rPr lang="en-US" dirty="0"/>
              <a:t>,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értékelések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kommentek</a:t>
            </a:r>
            <a:r>
              <a:rPr lang="en-US" dirty="0"/>
              <a:t> </a:t>
            </a:r>
            <a:r>
              <a:rPr lang="en-US" dirty="0" err="1"/>
              <a:t>pedig</a:t>
            </a:r>
            <a:r>
              <a:rPr lang="en-US" dirty="0"/>
              <a:t> </a:t>
            </a:r>
            <a:r>
              <a:rPr lang="en-US" dirty="0" err="1"/>
              <a:t>interaktívvá</a:t>
            </a:r>
            <a:r>
              <a:rPr lang="en-US" dirty="0"/>
              <a:t> </a:t>
            </a:r>
            <a:r>
              <a:rPr lang="en-US" dirty="0" err="1"/>
              <a:t>teszik</a:t>
            </a:r>
            <a:r>
              <a:rPr lang="en-US" dirty="0"/>
              <a:t> a </a:t>
            </a:r>
            <a:r>
              <a:rPr lang="en-US" dirty="0" err="1"/>
              <a:t>platformot</a:t>
            </a:r>
            <a:r>
              <a:rPr lang="en-US" dirty="0"/>
              <a:t>. A </a:t>
            </a:r>
            <a:r>
              <a:rPr lang="en-US" dirty="0" err="1"/>
              <a:t>profil</a:t>
            </a:r>
            <a:r>
              <a:rPr lang="en-US" dirty="0"/>
              <a:t> </a:t>
            </a:r>
            <a:r>
              <a:rPr lang="en-US" dirty="0" err="1"/>
              <a:t>oldal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a </a:t>
            </a:r>
            <a:r>
              <a:rPr lang="en-US" dirty="0" err="1"/>
              <a:t>saját</a:t>
            </a:r>
            <a:r>
              <a:rPr lang="en-US" dirty="0"/>
              <a:t> </a:t>
            </a:r>
            <a:r>
              <a:rPr lang="en-US" dirty="0" err="1"/>
              <a:t>feltöltések</a:t>
            </a:r>
            <a:r>
              <a:rPr lang="en-US" dirty="0"/>
              <a:t> </a:t>
            </a:r>
            <a:r>
              <a:rPr lang="en-US" dirty="0" err="1"/>
              <a:t>listája</a:t>
            </a:r>
            <a:r>
              <a:rPr lang="en-US" dirty="0"/>
              <a:t> </a:t>
            </a:r>
            <a:r>
              <a:rPr lang="en-US" dirty="0" err="1"/>
              <a:t>személyre</a:t>
            </a:r>
            <a:r>
              <a:rPr lang="en-US" dirty="0"/>
              <a:t> </a:t>
            </a:r>
            <a:r>
              <a:rPr lang="en-US" dirty="0" err="1"/>
              <a:t>szabott</a:t>
            </a:r>
            <a:r>
              <a:rPr lang="en-US" dirty="0"/>
              <a:t> </a:t>
            </a:r>
            <a:r>
              <a:rPr lang="en-US" dirty="0" err="1"/>
              <a:t>élményt</a:t>
            </a:r>
            <a:r>
              <a:rPr lang="en-US" dirty="0"/>
              <a:t> </a:t>
            </a:r>
            <a:r>
              <a:rPr lang="en-US" dirty="0" err="1"/>
              <a:t>nyújt</a:t>
            </a:r>
            <a:r>
              <a:rPr lang="en-US" dirty="0"/>
              <a:t>, </a:t>
            </a:r>
            <a:r>
              <a:rPr lang="en-US" dirty="0" err="1"/>
              <a:t>míg</a:t>
            </a:r>
            <a:r>
              <a:rPr lang="en-US" dirty="0"/>
              <a:t> a </a:t>
            </a:r>
            <a:r>
              <a:rPr lang="en-US" dirty="0" err="1"/>
              <a:t>felhasználólista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ajánlórendszer</a:t>
            </a:r>
            <a:r>
              <a:rPr lang="en-US" dirty="0"/>
              <a:t> a </a:t>
            </a:r>
            <a:r>
              <a:rPr lang="en-US" dirty="0" err="1"/>
              <a:t>közösségi</a:t>
            </a:r>
            <a:r>
              <a:rPr lang="en-US" dirty="0"/>
              <a:t> </a:t>
            </a:r>
            <a:r>
              <a:rPr lang="en-US" dirty="0" err="1"/>
              <a:t>élményt</a:t>
            </a:r>
            <a:r>
              <a:rPr lang="en-US" dirty="0"/>
              <a:t> </a:t>
            </a:r>
            <a:r>
              <a:rPr lang="en-US" dirty="0" err="1"/>
              <a:t>erősíti</a:t>
            </a:r>
            <a:r>
              <a:rPr lang="en-US" dirty="0"/>
              <a:t>. Az admin </a:t>
            </a:r>
            <a:r>
              <a:rPr lang="en-US" dirty="0" err="1"/>
              <a:t>funkciók</a:t>
            </a:r>
            <a:r>
              <a:rPr lang="en-US" dirty="0"/>
              <a:t> </a:t>
            </a:r>
            <a:r>
              <a:rPr lang="en-US" dirty="0" err="1"/>
              <a:t>alapjai</a:t>
            </a:r>
            <a:r>
              <a:rPr lang="en-US" dirty="0"/>
              <a:t> </a:t>
            </a:r>
            <a:r>
              <a:rPr lang="en-US" dirty="0" err="1"/>
              <a:t>biztosítják</a:t>
            </a:r>
            <a:r>
              <a:rPr lang="en-US" dirty="0"/>
              <a:t> a </a:t>
            </a:r>
            <a:r>
              <a:rPr lang="en-US" dirty="0" err="1"/>
              <a:t>rendszer</a:t>
            </a:r>
            <a:r>
              <a:rPr lang="en-US" dirty="0"/>
              <a:t> </a:t>
            </a:r>
            <a:r>
              <a:rPr lang="en-US" dirty="0" err="1"/>
              <a:t>stabil</a:t>
            </a:r>
            <a:r>
              <a:rPr lang="en-US" dirty="0"/>
              <a:t> </a:t>
            </a:r>
            <a:r>
              <a:rPr lang="en-US" dirty="0" err="1"/>
              <a:t>működését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felügyeletét</a:t>
            </a:r>
            <a:r>
              <a:rPr lang="en-US" dirty="0"/>
              <a:t>. </a:t>
            </a:r>
            <a:r>
              <a:rPr lang="en-US" dirty="0" err="1"/>
              <a:t>Mindezek</a:t>
            </a:r>
            <a:r>
              <a:rPr lang="en-US" dirty="0"/>
              <a:t> </a:t>
            </a:r>
            <a:r>
              <a:rPr lang="en-US" dirty="0" err="1"/>
              <a:t>együtt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teljes</a:t>
            </a:r>
            <a:r>
              <a:rPr lang="en-US" dirty="0"/>
              <a:t> </a:t>
            </a:r>
            <a:r>
              <a:rPr lang="en-US" dirty="0" err="1"/>
              <a:t>körű</a:t>
            </a:r>
            <a:r>
              <a:rPr lang="en-US" dirty="0"/>
              <a:t>, </a:t>
            </a:r>
            <a:r>
              <a:rPr lang="en-US" dirty="0" err="1"/>
              <a:t>jól</a:t>
            </a:r>
            <a:r>
              <a:rPr lang="en-US" dirty="0"/>
              <a:t> </a:t>
            </a:r>
            <a:r>
              <a:rPr lang="en-US" dirty="0" err="1"/>
              <a:t>működő</a:t>
            </a:r>
            <a:r>
              <a:rPr lang="en-US" dirty="0"/>
              <a:t> </a:t>
            </a:r>
            <a:r>
              <a:rPr lang="en-US" dirty="0" err="1"/>
              <a:t>platformot</a:t>
            </a:r>
            <a:r>
              <a:rPr lang="en-US" dirty="0"/>
              <a:t> </a:t>
            </a:r>
            <a:r>
              <a:rPr lang="en-US" dirty="0" err="1"/>
              <a:t>eredményeztek</a:t>
            </a:r>
            <a:r>
              <a:rPr lang="en-US" dirty="0"/>
              <a:t>, </a:t>
            </a:r>
            <a:r>
              <a:rPr lang="en-US" dirty="0" err="1"/>
              <a:t>amely</a:t>
            </a:r>
            <a:r>
              <a:rPr lang="en-US" dirty="0"/>
              <a:t> </a:t>
            </a:r>
            <a:r>
              <a:rPr lang="en-US" dirty="0" err="1"/>
              <a:t>megfelel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eredeti</a:t>
            </a:r>
            <a:r>
              <a:rPr lang="en-US" dirty="0"/>
              <a:t> </a:t>
            </a:r>
            <a:r>
              <a:rPr lang="en-US" dirty="0" err="1"/>
              <a:t>elvárásoknak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86293-4D62-411F-83A4-7F8EF8CCF966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1300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Az alapfunkciókon túl számos extra fejlesztés is megvalósult, amelyek tovább növelik a felhasználói élményt és a rendszer hatékonyságát. A profilképek automatikus tömörítése a backendben biztosítja, hogy a képek mérete optimális legyen, így gyorsabb betöltést és kevesebb tárhelyhasználatot eredményez. Ehhez az ImageSharp könyvtárat használtuk, amely professzionális képfeldolgozási megoldásokat kínál. A profilképek Base64 formátumban történő tárolása egyszerűsíti az adatkezelést és a biztonságot. A letöltésszámláló funkció lehetővé teszi a tartalom népszerűségének mérését, míg a kapcsolódó tananyagok ajánlása segíti a felhasználókat releváns anyagok felfedezésében. Ezek az extra funkciók nem voltak kötelezőek, de jelentősen hozzájárulnak a platform minőségéhez és használhatóságához.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86293-4D62-411F-83A4-7F8EF8CCF966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2215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Az élő demó során bemutatjuk a rendszer fő funkcióit egy logikus folyamat mentén: a felhasználó először bejelentkezik, majd feltölt egy tananyagot, amely megjelenik a listában. Ezt követően megtekinti a PDF előnézetet, értékelést és kommentet ad hozzá, végül pedig a profil oldalra navigál, ahol láthatja saját feltöltéseit. Ez a bemutató szemlélteti a platform egyszerű használhatóságát és a funkciók összhangját. A demó célja, hogy az ügyfél és az érdeklődők valós képet kapjanak a rendszer működéséről és felhasználói élményéről.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86293-4D62-411F-83A4-7F8EF8CCF966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6341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Rendszerarchitektúra, Backend technológiák és megoldások, Frontend technológiák, Külső könyvtárak, SCRUM folyamat, SCRUM események magyarázata, Verziókezelési stratégia, Csapatmunka értékelése, Munkamegosztás, Technikai kihívások, Tanulságok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86293-4D62-411F-83A4-7F8EF8CCF966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4646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Az EduShare platform modern és moduláris architektúrával rendelkezik. A frontend Angular keretrendszerre épül, amely lehetővé teszi a dinamikus és reszponzív felhasználói felület kialakítását. A backend ASP.NET Core alapú, amely biztosítja a magas teljesítményt és a biztonságos adatkezelést. Az adatbázis MSSQL, amelyet az Entity Framework Core ORM támogat, így hatékony és biztonságos adatkapcsolat valósul meg. A Swagger dokumentáció integrálása lehetővé teszi az API könnyű tesztelését és fejlesztését. Ez a felépítés garantálja a skálázhatóságot, a karbantarthatóságot és a hosszú távú stabilitást.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86293-4D62-411F-83A4-7F8EF8CCF966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9437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A backend fejlesztés során az EF Core-t használtuk az adatbázis-kezeléshez, amely egyszerűsíti az objektum-relációs leképezést. A JWT alapú hitelesítés biztosítja a biztonságos hozzáférést és a felhasználói adatok védelmét. A fájlkezelés megoldásai lehetővé teszik a tananyagok és profilképek hatékony kezelését. A profilképek tömörítését az ImageSharp könyvtár segítségével valósítottuk meg, így a képek mérete körülbelül 40 KB-ra csökkent, ami optimalizálja a teljesítményt. A Base64 formátumú tárolás egyszerűsíti az adatátvitelt és a biztonságot. Ezek a megoldások együtt egy robusztus és megbízható backend rendszert eredményeztek.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86293-4D62-411F-83A4-7F8EF8CCF966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1024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A frontend Angular alapú, amely moduláris komponenseket és Reactive Forms megoldásokat alkalmaz az adatkezeléshez. Az HttpInterceptor segítségével hatékonyan kezeljük az API hívásokat és a hitelesítést. A Pipe alapú szűrés lehetővé teszi az adatok dinamikus megjelenítését, míg a beágyazott PDF viewer biztosítja a dokumentumok kényelmes előnézetét. Ezek a technológiák együtt egy modern, felhasználóbarát felületet eredményeznek, amely könnyen bővíthető és karbantartható.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86293-4D62-411F-83A4-7F8EF8CCF966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940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A projekt során több külső könyvtárat használtunk a fejlesztés felgyorsítása és a funkcionalitás bővítése érdekében. Az NPM csomagok közül a bootstrap a reszponzív dizájnért felel, a jwt-decode a tokenek kezelését segíti, míg az ngx-extended-pdf-viewer a PDF megjelenítését biztosítja. A NuGet csomagok között az ImageSharp a képfeldolgozást, az EF Core az adatbázis-kezelést, az Identity a felhasználói hitelesítést, a Swagger pedig az API dokumentációt támogatja. Ezek a könyvtárak megbízhatóak, széles körben használtak, és jelentősen hozzájárultak a projekt sikeréhez.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86293-4D62-411F-83A4-7F8EF8CCF966}" type="slidenum"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524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A fejlesztés három sprintből állt, amelyek során agilis módszertant alkalmaztunk. Az első két sprint teljes értékű volt, míg a harmadik egy lezáró mini sprintként funkcionált. Az események között szerepelt a tervezés, a refinement és a zárás retrospektívvel. Az első sprintben a tervezés 03-án, a refinement 05-én, a zárás 07-én történt. A második sprintben a tervezés 07-én, a refinement 09-én, a zárás 12-én zajlott. A harmadik sprintben a tervezés 12-én, a refinement 13-án, a zárás és release 14-én történt. Ez a struktúra biztosította a folyamatos fejlődést és a hatékony csapatmunkát.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86293-4D62-411F-83A4-7F8EF8CCF966}" type="slidenum"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8688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A projekt verziókezelését GitHub-on végeztük, amely biztosította a kód biztonságos tárolását és a csapatmunkát. A branch-stratégia három fő ágból állt: main, development és feature/* ágak. A main ágon a stabil verziók kaptak helyet, a development ágon a fejlesztés zajlott, míg a feature ágak az egyes funkciókhoz kapcsolódtak. A Pull Request kötelező volt minden módosítás esetén, így biztosítottuk a kódminőséget és az átláthatóságot. Ez a stratégia segítette a csapatot a hatékony együttműködésben és a hibák minimalizálásában.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86293-4D62-411F-83A4-7F8EF8CCF966}" type="slidenum"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4763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A csapatmunka szakmai és emberi oldalról is kiemelkedő volt. Szakmai szempontból a csapat gyorsan alkalmazkodott a változásokhoz, és stabil API–frontend kommunikációt alakított ki. Emberi oldalról a jó kooperáció és a hatékony kommunikáció jellemezte a munkát, ami hozzájárult a projekt sikeréhez. A csapat tagjai támogatták egymást, és közösen oldották meg a felmerülő problémákat, ami erősítette az együttműködést és a motivációt.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86293-4D62-411F-83A4-7F8EF8CCF966}" type="slidenum"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1350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A fejlesztés során több technikai kihívással szembesültünk, amelyeket sikeresen megoldottunk. A CORS beállítások finomhangolása szükséges volt az API és a frontend közötti kommunikációhoz. A JWT interceptor konfigurálása biztosította a biztonságos hitelesítést. A PDF viewer integrálása kihívást jelentett a kompatibilitás miatt, míg a fejlesztői környezet eltérései extra figyelmet igényeltek. Ezek a problémák megoldása erősítette a csapat szakmai kompetenciáját és együttműködését.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86293-4D62-411F-83A4-7F8EF8CCF966}" type="slidenum"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2114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A projekt során számos tanulságot vontunk le. Az API és a frontend összehangolása kritikus fontosságú a stabil működéshez. Az epic és user story bontás jelentősége kiemelkedő az átlátható fejlesztés érdekében. A Git workflow sokat fejlődött, ami javította a verziókezelést és a csapatmunkát. A kép- és fájlkezelés komplexebb feladat, mint elsőre tűnik, ezért alapos tervezést igényel. Ezek a tapasztalatok hozzájárulnak a jövőbeni projektek sikeréhez.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86293-4D62-411F-83A4-7F8EF8CCF966}" type="slidenum"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038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ím képp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40410"/>
            <a:ext cx="10813067" cy="78383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dirty="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pPr lvl="0" rtl="0"/>
            <a:r>
              <a:rPr lang="hu"/>
              <a:t>Mintacím szerkesztése</a:t>
            </a:r>
            <a:endParaRPr lang="en-US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998185"/>
            <a:ext cx="10813067" cy="54150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 rtl="0"/>
            <a:r>
              <a:rPr lang="hu"/>
              <a:t>Alcím mintájának szerkesztése</a:t>
            </a:r>
            <a:endParaRPr lang="en-US" dirty="0"/>
          </a:p>
        </p:txBody>
      </p:sp>
      <p:sp>
        <p:nvSpPr>
          <p:cNvPr id="16" name="Kép helyőrzője 15">
            <a:extLst>
              <a:ext uri="{FF2B5EF4-FFF2-40B4-BE49-F238E27FC236}">
                <a16:creationId xmlns:a16="http://schemas.microsoft.com/office/drawing/2014/main" id="{569E8996-63F9-282F-EB89-823A9E405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2974" y="1606318"/>
            <a:ext cx="11268845" cy="479145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hu"/>
              <a:t> </a:t>
            </a:r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949302" cy="365125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hu"/>
              <a:t>Minta élőláb szövege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8/11/2025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Egyenes összekötő 6">
            <a:extLst>
              <a:ext uri="{FF2B5EF4-FFF2-40B4-BE49-F238E27FC236}">
                <a16:creationId xmlns:a16="http://schemas.microsoft.com/office/drawing/2014/main" id="{FFFC4771-5A22-2E68-AB04-0949D0A15B66}"/>
              </a:ext>
            </a:extLst>
          </p:cNvPr>
          <p:cNvCxnSpPr>
            <a:cxnSpLocks/>
          </p:cNvCxnSpPr>
          <p:nvPr/>
        </p:nvCxnSpPr>
        <p:spPr>
          <a:xfrm flipH="1">
            <a:off x="0" y="159971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0AA95C5A-6D75-9E1D-C459-7F2022E84F55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gyenes összekötő 9">
            <a:extLst>
              <a:ext uri="{FF2B5EF4-FFF2-40B4-BE49-F238E27FC236}">
                <a16:creationId xmlns:a16="http://schemas.microsoft.com/office/drawing/2014/main" id="{00ED5AC1-9F96-A868-7F45-523BF1A45E7C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60E1F764-5B01-7711-9CF1-7EA13A629701}"/>
              </a:ext>
            </a:extLst>
          </p:cNvPr>
          <p:cNvCxnSpPr>
            <a:cxnSpLocks/>
          </p:cNvCxnSpPr>
          <p:nvPr/>
        </p:nvCxnSpPr>
        <p:spPr>
          <a:xfrm flipH="1">
            <a:off x="0" y="6396171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59764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60221"/>
            <a:ext cx="10515600" cy="1330468"/>
          </a:xfrm>
        </p:spPr>
        <p:txBody>
          <a:bodyPr rtlCol="0"/>
          <a:lstStyle/>
          <a:p>
            <a:pPr rtl="0"/>
            <a:r>
              <a:rPr lang="hu"/>
              <a:t>Mintacím szerkesztése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04291"/>
            <a:ext cx="10515600" cy="4172672"/>
          </a:xfrm>
        </p:spPr>
        <p:txBody>
          <a:bodyPr rtlCol="0"/>
          <a:lstStyle/>
          <a:p>
            <a:pPr lvl="0" rtl="0"/>
            <a:r>
              <a:rPr lang="hu"/>
              <a:t>Mintaszöveg szerkesztése</a:t>
            </a:r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  <a:endParaRPr lang="en-US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" y="6445997"/>
            <a:ext cx="3949302" cy="365125"/>
          </a:xfrm>
        </p:spPr>
        <p:txBody>
          <a:bodyPr rtlCol="0"/>
          <a:lstStyle/>
          <a:p>
            <a:pPr rtl="0"/>
            <a:r>
              <a:rPr lang="hu"/>
              <a:t>Minta élőláb szövege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8/11/2025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Egyenes összekötő 14">
            <a:extLst>
              <a:ext uri="{FF2B5EF4-FFF2-40B4-BE49-F238E27FC236}">
                <a16:creationId xmlns:a16="http://schemas.microsoft.com/office/drawing/2014/main" id="{176D044F-5574-D6D7-2A47-5069E411C22F}"/>
              </a:ext>
            </a:extLst>
          </p:cNvPr>
          <p:cNvCxnSpPr>
            <a:cxnSpLocks/>
          </p:cNvCxnSpPr>
          <p:nvPr/>
        </p:nvCxnSpPr>
        <p:spPr>
          <a:xfrm flipH="1">
            <a:off x="0" y="1825625"/>
            <a:ext cx="12210293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0618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ím képpe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724" y="1480212"/>
            <a:ext cx="3918954" cy="2273637"/>
          </a:xfrm>
        </p:spPr>
        <p:txBody>
          <a:bodyPr vert="horz" lIns="91440" tIns="45720" rIns="91440" bIns="45720" rtlCol="0" anchor="b">
            <a:normAutofit/>
          </a:bodyPr>
          <a:lstStyle>
            <a:lvl1pPr algn="ctr">
              <a:defRPr lang="en-US" sz="3600" dirty="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pPr lvl="0" algn="ctr" rtl="0"/>
            <a:r>
              <a:rPr lang="hu"/>
              <a:t>Mintacím szerkesztése</a:t>
            </a:r>
            <a:endParaRPr lang="en-US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0272" y="4232388"/>
            <a:ext cx="3703859" cy="154277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lvl="0" rtl="0"/>
            <a:r>
              <a:rPr lang="hu"/>
              <a:t>Alcím mintájának szerkesztése</a:t>
            </a:r>
            <a:endParaRPr lang="en-US" dirty="0"/>
          </a:p>
        </p:txBody>
      </p:sp>
      <p:sp>
        <p:nvSpPr>
          <p:cNvPr id="16" name="Kép helyőrzője 15">
            <a:extLst>
              <a:ext uri="{FF2B5EF4-FFF2-40B4-BE49-F238E27FC236}">
                <a16:creationId xmlns:a16="http://schemas.microsoft.com/office/drawing/2014/main" id="{569E8996-63F9-282F-EB89-823A9E405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58748" y="465265"/>
            <a:ext cx="7240587" cy="592746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hu"/>
              <a:t> </a:t>
            </a:r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hu"/>
              <a:t>Minta élőláb szövege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8/11/2025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Egyenes összekötő 9">
            <a:extLst>
              <a:ext uri="{FF2B5EF4-FFF2-40B4-BE49-F238E27FC236}">
                <a16:creationId xmlns:a16="http://schemas.microsoft.com/office/drawing/2014/main" id="{90C7E87E-EC44-47F9-6172-5EEA03DE5D87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gyenes összekötő 10">
            <a:extLst>
              <a:ext uri="{FF2B5EF4-FFF2-40B4-BE49-F238E27FC236}">
                <a16:creationId xmlns:a16="http://schemas.microsoft.com/office/drawing/2014/main" id="{7071CA13-2095-558D-E0DC-1576A14BBE72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gyenes összekötő 11">
            <a:extLst>
              <a:ext uri="{FF2B5EF4-FFF2-40B4-BE49-F238E27FC236}">
                <a16:creationId xmlns:a16="http://schemas.microsoft.com/office/drawing/2014/main" id="{B159F346-B80F-F5BC-5D76-9443FA0031B4}"/>
              </a:ext>
            </a:extLst>
          </p:cNvPr>
          <p:cNvCxnSpPr>
            <a:cxnSpLocks/>
          </p:cNvCxnSpPr>
          <p:nvPr/>
        </p:nvCxnSpPr>
        <p:spPr>
          <a:xfrm>
            <a:off x="4951575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83632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ím képpe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2445" y="1480212"/>
            <a:ext cx="3849131" cy="2871351"/>
          </a:xfrm>
        </p:spPr>
        <p:txBody>
          <a:bodyPr rtlCol="0" anchor="ctr">
            <a:normAutofit/>
          </a:bodyPr>
          <a:lstStyle>
            <a:lvl1pPr algn="ctr">
              <a:defRPr sz="360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pPr rtl="0"/>
            <a:r>
              <a:rPr lang="hu"/>
              <a:t>Mintacím szerkesztése</a:t>
            </a:r>
            <a:endParaRPr lang="en-US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2446" y="5410440"/>
            <a:ext cx="3849128" cy="1068207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hu"/>
              <a:t>Alcím mintájának szerkesztése</a:t>
            </a:r>
            <a:endParaRPr lang="en-US" dirty="0"/>
          </a:p>
        </p:txBody>
      </p:sp>
      <p:sp>
        <p:nvSpPr>
          <p:cNvPr id="16" name="Kép helyőrzője 15">
            <a:extLst>
              <a:ext uri="{FF2B5EF4-FFF2-40B4-BE49-F238E27FC236}">
                <a16:creationId xmlns:a16="http://schemas.microsoft.com/office/drawing/2014/main" id="{569E8996-63F9-282F-EB89-823A9E405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204414" cy="6859634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hu"/>
              <a:t> </a:t>
            </a:r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29501" y="6445997"/>
            <a:ext cx="2955465" cy="365125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hu"/>
              <a:t>Minta élőláb szövege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26650" y="6445997"/>
            <a:ext cx="1353059" cy="365125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8/11/2025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Egyenes összekötő 6">
            <a:extLst>
              <a:ext uri="{FF2B5EF4-FFF2-40B4-BE49-F238E27FC236}">
                <a16:creationId xmlns:a16="http://schemas.microsoft.com/office/drawing/2014/main" id="{88BE003B-9AA9-5AAB-16A3-CC8CD5997AAA}"/>
              </a:ext>
            </a:extLst>
          </p:cNvPr>
          <p:cNvCxnSpPr>
            <a:cxnSpLocks/>
          </p:cNvCxnSpPr>
          <p:nvPr/>
        </p:nvCxnSpPr>
        <p:spPr>
          <a:xfrm flipH="1">
            <a:off x="7206802" y="5031087"/>
            <a:ext cx="4985198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50CBC2A1-BC50-27CD-C764-435FA7A59ABD}"/>
              </a:ext>
            </a:extLst>
          </p:cNvPr>
          <p:cNvCxnSpPr>
            <a:cxnSpLocks/>
          </p:cNvCxnSpPr>
          <p:nvPr/>
        </p:nvCxnSpPr>
        <p:spPr>
          <a:xfrm>
            <a:off x="7206802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33888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ím képpel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5160261"/>
            <a:ext cx="10813067" cy="78383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dirty="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pPr lvl="0" rtl="0"/>
            <a:r>
              <a:rPr lang="hu"/>
              <a:t>Mintacím szerkesztése</a:t>
            </a:r>
            <a:endParaRPr lang="en-US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5931483"/>
            <a:ext cx="10813067" cy="61155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 rtl="0"/>
            <a:r>
              <a:rPr lang="hu"/>
              <a:t>Alcím mintájának szerkesztése</a:t>
            </a:r>
            <a:endParaRPr lang="en-US" dirty="0"/>
          </a:p>
        </p:txBody>
      </p:sp>
      <p:sp>
        <p:nvSpPr>
          <p:cNvPr id="16" name="Kép helyőrzője 15">
            <a:extLst>
              <a:ext uri="{FF2B5EF4-FFF2-40B4-BE49-F238E27FC236}">
                <a16:creationId xmlns:a16="http://schemas.microsoft.com/office/drawing/2014/main" id="{569E8996-63F9-282F-EB89-823A9E405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2974" y="0"/>
            <a:ext cx="11268845" cy="5019190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hu"/>
              <a:t> </a:t>
            </a:r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" y="6445997"/>
            <a:ext cx="3949302" cy="365125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hu"/>
              <a:t>Minta élőláb szövege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8/11/2025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Egyenes összekötő 6">
            <a:extLst>
              <a:ext uri="{FF2B5EF4-FFF2-40B4-BE49-F238E27FC236}">
                <a16:creationId xmlns:a16="http://schemas.microsoft.com/office/drawing/2014/main" id="{FFFC4771-5A22-2E68-AB04-0949D0A15B66}"/>
              </a:ext>
            </a:extLst>
          </p:cNvPr>
          <p:cNvCxnSpPr>
            <a:cxnSpLocks/>
          </p:cNvCxnSpPr>
          <p:nvPr/>
        </p:nvCxnSpPr>
        <p:spPr>
          <a:xfrm flipH="1">
            <a:off x="0" y="5019261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0AA95C5A-6D75-9E1D-C459-7F2022E84F55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gyenes összekötő 9">
            <a:extLst>
              <a:ext uri="{FF2B5EF4-FFF2-40B4-BE49-F238E27FC236}">
                <a16:creationId xmlns:a16="http://schemas.microsoft.com/office/drawing/2014/main" id="{00ED5AC1-9F96-A868-7F45-523BF1A45E7C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28854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96430" y="1226087"/>
            <a:ext cx="7961965" cy="3290611"/>
          </a:xfrm>
        </p:spPr>
        <p:txBody>
          <a:bodyPr rtlCol="0" anchor="ctr">
            <a:normAutofit/>
          </a:bodyPr>
          <a:lstStyle>
            <a:lvl1pPr algn="ctr">
              <a:defRPr sz="480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pPr rtl="0"/>
            <a:r>
              <a:rPr lang="hu"/>
              <a:t>Mintacím szerkesztése</a:t>
            </a:r>
            <a:endParaRPr lang="en-US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6941" y="5812260"/>
            <a:ext cx="6838118" cy="702946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hu"/>
              <a:t>Alcím mintájának szerkesztése</a:t>
            </a:r>
            <a:endParaRPr lang="en-US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777327" cy="365125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hu"/>
              <a:t>Minta élőláb szövege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8/11/2025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Egyenes összekötő 6">
            <a:extLst>
              <a:ext uri="{FF2B5EF4-FFF2-40B4-BE49-F238E27FC236}">
                <a16:creationId xmlns:a16="http://schemas.microsoft.com/office/drawing/2014/main" id="{77C4A186-7A3C-2849-F4A7-5B5565EB29E6}"/>
              </a:ext>
            </a:extLst>
          </p:cNvPr>
          <p:cNvCxnSpPr>
            <a:cxnSpLocks/>
          </p:cNvCxnSpPr>
          <p:nvPr/>
        </p:nvCxnSpPr>
        <p:spPr>
          <a:xfrm flipH="1">
            <a:off x="0" y="5469467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gyenes összekötő 10">
            <a:extLst>
              <a:ext uri="{FF2B5EF4-FFF2-40B4-BE49-F238E27FC236}">
                <a16:creationId xmlns:a16="http://schemas.microsoft.com/office/drawing/2014/main" id="{C92B7528-295D-CD0F-0521-B5C01EAC12DD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gyenes összekötő 11">
            <a:extLst>
              <a:ext uri="{FF2B5EF4-FFF2-40B4-BE49-F238E27FC236}">
                <a16:creationId xmlns:a16="http://schemas.microsoft.com/office/drawing/2014/main" id="{A26261A6-5928-598A-5A46-6855CE4DF282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01263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6222" y="1246912"/>
            <a:ext cx="8919556" cy="3050766"/>
          </a:xfrm>
        </p:spPr>
        <p:txBody>
          <a:bodyPr rtlCol="0" anchor="ctr">
            <a:normAutofit/>
          </a:bodyPr>
          <a:lstStyle>
            <a:lvl1pPr algn="ctr">
              <a:defRPr sz="540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pPr rtl="0"/>
            <a:r>
              <a:rPr lang="hu"/>
              <a:t>Mintacím szerkesztése</a:t>
            </a:r>
            <a:endParaRPr lang="en-US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1378" y="5345199"/>
            <a:ext cx="7289245" cy="1184035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hu"/>
              <a:t>Alcím mintájának szerkesztése</a:t>
            </a:r>
            <a:endParaRPr lang="en-US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hu"/>
              <a:t>Minta élőláb szövege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8/11/2025</a:t>
            </a:r>
            <a:endParaRPr lang="en-US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Egyenes összekötő 6">
            <a:extLst>
              <a:ext uri="{FF2B5EF4-FFF2-40B4-BE49-F238E27FC236}">
                <a16:creationId xmlns:a16="http://schemas.microsoft.com/office/drawing/2014/main" id="{77C4A186-7A3C-2849-F4A7-5B5565EB29E6}"/>
              </a:ext>
            </a:extLst>
          </p:cNvPr>
          <p:cNvCxnSpPr>
            <a:cxnSpLocks/>
          </p:cNvCxnSpPr>
          <p:nvPr/>
        </p:nvCxnSpPr>
        <p:spPr>
          <a:xfrm flipH="1">
            <a:off x="0" y="5016433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gyenes összekötő 9">
            <a:extLst>
              <a:ext uri="{FF2B5EF4-FFF2-40B4-BE49-F238E27FC236}">
                <a16:creationId xmlns:a16="http://schemas.microsoft.com/office/drawing/2014/main" id="{90C7E87E-EC44-47F9-6172-5EEA03DE5D87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59682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50265" y="1400657"/>
            <a:ext cx="6291470" cy="3290611"/>
          </a:xfrm>
        </p:spPr>
        <p:txBody>
          <a:bodyPr rtlCol="0" anchor="ctr">
            <a:normAutofit/>
          </a:bodyPr>
          <a:lstStyle>
            <a:lvl1pPr algn="ctr">
              <a:defRPr sz="4800">
                <a:solidFill>
                  <a:schemeClr val="tx2">
                    <a:lumMod val="90000"/>
                    <a:alpha val="80000"/>
                  </a:schemeClr>
                </a:solidFill>
              </a:defRPr>
            </a:lvl1pPr>
          </a:lstStyle>
          <a:p>
            <a:pPr rtl="0"/>
            <a:r>
              <a:rPr lang="hu"/>
              <a:t>Mintacím szerkesztése</a:t>
            </a:r>
            <a:endParaRPr lang="en-US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6941" y="5812260"/>
            <a:ext cx="6838118" cy="702946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2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hu"/>
              <a:t>Alcím mintájának szerkesztése</a:t>
            </a:r>
            <a:endParaRPr lang="en-US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rtl="0"/>
            <a:r>
              <a:rPr lang="hu"/>
              <a:t>Minta élőláb szövege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rtl="0"/>
            <a:r>
              <a:rPr lang="en-US"/>
              <a:t>8/11/2025</a:t>
            </a:r>
            <a:endParaRPr lang="en-US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>
                    <a:alpha val="80000"/>
                  </a:schemeClr>
                </a:solidFill>
              </a:defRPr>
            </a:lvl1pPr>
          </a:lstStyle>
          <a:p>
            <a:pPr rtl="0"/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Egyenes összekötő 6">
            <a:extLst>
              <a:ext uri="{FF2B5EF4-FFF2-40B4-BE49-F238E27FC236}">
                <a16:creationId xmlns:a16="http://schemas.microsoft.com/office/drawing/2014/main" id="{77C4A186-7A3C-2849-F4A7-5B5565EB29E6}"/>
              </a:ext>
            </a:extLst>
          </p:cNvPr>
          <p:cNvCxnSpPr>
            <a:cxnSpLocks/>
          </p:cNvCxnSpPr>
          <p:nvPr/>
        </p:nvCxnSpPr>
        <p:spPr>
          <a:xfrm flipH="1">
            <a:off x="0" y="5469467"/>
            <a:ext cx="12192000" cy="0"/>
          </a:xfrm>
          <a:prstGeom prst="line">
            <a:avLst/>
          </a:prstGeom>
          <a:ln w="9525">
            <a:solidFill>
              <a:schemeClr val="tx2">
                <a:lumMod val="9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B5860F39-D33B-13B7-DD5E-58C8CE6DCE69}"/>
              </a:ext>
            </a:extLst>
          </p:cNvPr>
          <p:cNvCxnSpPr>
            <a:cxnSpLocks/>
          </p:cNvCxnSpPr>
          <p:nvPr/>
        </p:nvCxnSpPr>
        <p:spPr>
          <a:xfrm>
            <a:off x="2317750" y="0"/>
            <a:ext cx="0" cy="6858000"/>
          </a:xfrm>
          <a:prstGeom prst="line">
            <a:avLst/>
          </a:prstGeom>
          <a:ln w="9525">
            <a:solidFill>
              <a:schemeClr val="tx2">
                <a:lumMod val="9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D417974A-33A9-A10C-D982-114045377C2E}"/>
              </a:ext>
            </a:extLst>
          </p:cNvPr>
          <p:cNvCxnSpPr>
            <a:cxnSpLocks/>
          </p:cNvCxnSpPr>
          <p:nvPr/>
        </p:nvCxnSpPr>
        <p:spPr>
          <a:xfrm>
            <a:off x="9874250" y="0"/>
            <a:ext cx="0" cy="6858000"/>
          </a:xfrm>
          <a:prstGeom prst="line">
            <a:avLst/>
          </a:prstGeom>
          <a:ln w="9525">
            <a:solidFill>
              <a:schemeClr val="tx2">
                <a:lumMod val="9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gyenes összekötő 9">
            <a:extLst>
              <a:ext uri="{FF2B5EF4-FFF2-40B4-BE49-F238E27FC236}">
                <a16:creationId xmlns:a16="http://schemas.microsoft.com/office/drawing/2014/main" id="{90C7E87E-EC44-47F9-6172-5EEA03DE5D87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lumMod val="9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48371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églalap 7">
            <a:extLst>
              <a:ext uri="{FF2B5EF4-FFF2-40B4-BE49-F238E27FC236}">
                <a16:creationId xmlns:a16="http://schemas.microsoft.com/office/drawing/2014/main" id="{F22D6AD5-6168-B411-89A9-90C82303B2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4EC6DA0-2CB8-AFC5-DB06-AB9235983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38087"/>
            <a:ext cx="8932653" cy="3312544"/>
          </a:xfrm>
        </p:spPr>
        <p:txBody>
          <a:bodyPr rtlCol="0" anchor="b">
            <a:normAutofit/>
          </a:bodyPr>
          <a:lstStyle>
            <a:lvl1pPr>
              <a:lnSpc>
                <a:spcPct val="80000"/>
              </a:lnSpc>
              <a:defRPr sz="6600" cap="all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pPr rtl="0"/>
            <a:r>
              <a:rPr lang="hu"/>
              <a:t>Mintacím szerkesztése</a:t>
            </a:r>
            <a:endParaRPr lang="en-US" dirty="0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8E16A9F-28B9-2207-66D3-D952EB7EC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-789870"/>
            <a:ext cx="10515600" cy="638352"/>
          </a:xfrm>
        </p:spPr>
        <p:txBody>
          <a:bodyPr rtlCol="0">
            <a:normAutofit/>
          </a:bodyPr>
          <a:lstStyle>
            <a:lvl1pPr marL="0" indent="0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 rtl="0"/>
            <a:r>
              <a:rPr lang="hu"/>
              <a:t>Mintaszöveg szerkesztése</a:t>
            </a:r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8B3F77F-C41D-1011-B9F4-A5DE814F4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751081" cy="365125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hu"/>
              <a:t>Minta élőláb szövege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58CD507-925C-84B3-8F49-9F3B91209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8/11/2025</a:t>
            </a:r>
            <a:endParaRPr lang="en-US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C13B4AE-32E8-CAFF-4A3C-6CBE4FFFA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Egyenes összekötő 6">
            <a:extLst>
              <a:ext uri="{FF2B5EF4-FFF2-40B4-BE49-F238E27FC236}">
                <a16:creationId xmlns:a16="http://schemas.microsoft.com/office/drawing/2014/main" id="{9BFA0DE8-9E4B-D747-CB64-14B8DEDC02EA}"/>
              </a:ext>
            </a:extLst>
          </p:cNvPr>
          <p:cNvCxnSpPr>
            <a:cxnSpLocks/>
          </p:cNvCxnSpPr>
          <p:nvPr/>
        </p:nvCxnSpPr>
        <p:spPr>
          <a:xfrm flipH="1">
            <a:off x="0" y="1367580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gyenes összekötő 10">
            <a:extLst>
              <a:ext uri="{FF2B5EF4-FFF2-40B4-BE49-F238E27FC236}">
                <a16:creationId xmlns:a16="http://schemas.microsoft.com/office/drawing/2014/main" id="{11EB75EB-F27E-271A-C843-4096E1F19057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01278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zakaszfejlé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églalap 7">
            <a:extLst>
              <a:ext uri="{FF2B5EF4-FFF2-40B4-BE49-F238E27FC236}">
                <a16:creationId xmlns:a16="http://schemas.microsoft.com/office/drawing/2014/main" id="{F4BE01F4-F5E6-FB52-8FEA-5927DFC8AA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4EC6DA0-2CB8-AFC5-DB06-AB9235983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968607"/>
            <a:ext cx="8932653" cy="3450568"/>
          </a:xfrm>
        </p:spPr>
        <p:txBody>
          <a:bodyPr rtlCol="0" anchor="b">
            <a:normAutofit/>
          </a:bodyPr>
          <a:lstStyle>
            <a:lvl1pPr>
              <a:lnSpc>
                <a:spcPct val="80000"/>
              </a:lnSpc>
              <a:defRPr sz="6600" cap="all" baseline="0">
                <a:solidFill>
                  <a:schemeClr val="tx2">
                    <a:lumMod val="90000"/>
                    <a:alpha val="65000"/>
                  </a:schemeClr>
                </a:solidFill>
              </a:defRPr>
            </a:lvl1pPr>
          </a:lstStyle>
          <a:p>
            <a:pPr rtl="0"/>
            <a:r>
              <a:rPr lang="hu"/>
              <a:t>Mintacím szerkesztése</a:t>
            </a:r>
            <a:endParaRPr lang="en-US" dirty="0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8E16A9F-28B9-2207-66D3-D952EB7EC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-789870"/>
            <a:ext cx="10515600" cy="638352"/>
          </a:xfrm>
        </p:spPr>
        <p:txBody>
          <a:bodyPr rtlCol="0">
            <a:normAutofit/>
          </a:bodyPr>
          <a:lstStyle>
            <a:lvl1pPr marL="0" indent="0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 rtl="0"/>
            <a:r>
              <a:rPr lang="hu"/>
              <a:t>Mintaszöveg szerkesztése</a:t>
            </a:r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8B3F77F-C41D-1011-B9F4-A5DE814F4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751081" cy="365125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hu"/>
              <a:t>Minta élőláb szövege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58CD507-925C-84B3-8F49-9F3B91209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8/11/2025</a:t>
            </a:r>
            <a:endParaRPr lang="en-US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C13B4AE-32E8-CAFF-4A3C-6CBE4FFFA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Egyenes összekötő 6">
            <a:extLst>
              <a:ext uri="{FF2B5EF4-FFF2-40B4-BE49-F238E27FC236}">
                <a16:creationId xmlns:a16="http://schemas.microsoft.com/office/drawing/2014/main" id="{9BFA0DE8-9E4B-D747-CB64-14B8DEDC02EA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gyenes összekötő 9">
            <a:extLst>
              <a:ext uri="{FF2B5EF4-FFF2-40B4-BE49-F238E27FC236}">
                <a16:creationId xmlns:a16="http://schemas.microsoft.com/office/drawing/2014/main" id="{795FFB35-3AE5-1BED-838E-1C6BC98721BC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91797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Napir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églalap 5">
            <a:extLst>
              <a:ext uri="{FF2B5EF4-FFF2-40B4-BE49-F238E27FC236}">
                <a16:creationId xmlns:a16="http://schemas.microsoft.com/office/drawing/2014/main" id="{E02D18C4-A1A8-6CA4-B4A2-0E9791DC7F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63362"/>
            <a:ext cx="11122507" cy="1162632"/>
          </a:xfrm>
        </p:spPr>
        <p:txBody>
          <a:bodyPr rtlCol="0" anchor="ctr">
            <a:normAutofit/>
          </a:bodyPr>
          <a:lstStyle>
            <a:lvl1pPr>
              <a:defRPr sz="7200" cap="all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hu"/>
              <a:t>Mintacím szerkesztése</a:t>
            </a:r>
            <a:endParaRPr lang="en-US" dirty="0"/>
          </a:p>
        </p:txBody>
      </p:sp>
      <p:sp>
        <p:nvSpPr>
          <p:cNvPr id="7" name="Tartalom helye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79085" y="2249592"/>
            <a:ext cx="6100623" cy="3787062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>
                <a:solidFill>
                  <a:schemeClr val="tx2"/>
                </a:solidFill>
              </a:defRPr>
            </a:lvl1pPr>
            <a:lvl2pPr marL="571500" indent="-342900">
              <a:buFont typeface="+mj-lt"/>
              <a:buAutoNum type="arabicPeriod"/>
              <a:defRPr lang="en-US" sz="1800" dirty="0">
                <a:solidFill>
                  <a:schemeClr val="tx2"/>
                </a:solidFill>
              </a:defRPr>
            </a:lvl2pPr>
            <a:lvl3pPr marL="800100" indent="-342900">
              <a:buFont typeface="+mj-lt"/>
              <a:buAutoNum type="arabicPeriod"/>
              <a:defRPr lang="en-US" sz="1600" dirty="0">
                <a:solidFill>
                  <a:schemeClr val="tx2"/>
                </a:solidFill>
              </a:defRPr>
            </a:lvl3pPr>
            <a:lvl4pPr marL="10287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4pPr>
            <a:lvl5pPr marL="12573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hu"/>
              <a:t>Mintaszöveg szerkesztése</a:t>
            </a:r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  <a:endParaRPr lang="en-US" dirty="0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hu"/>
              <a:t>Minta élőláb szövege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8/11/2025</a:t>
            </a:r>
            <a:endParaRPr lang="en-US" dirty="0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Egyenes összekötő 10">
            <a:extLst>
              <a:ext uri="{FF2B5EF4-FFF2-40B4-BE49-F238E27FC236}">
                <a16:creationId xmlns:a16="http://schemas.microsoft.com/office/drawing/2014/main" id="{F06406B2-3637-5849-867E-A0ADC9D9DDA5}"/>
              </a:ext>
            </a:extLst>
          </p:cNvPr>
          <p:cNvCxnSpPr>
            <a:cxnSpLocks/>
          </p:cNvCxnSpPr>
          <p:nvPr/>
        </p:nvCxnSpPr>
        <p:spPr>
          <a:xfrm flipH="1">
            <a:off x="0" y="1822345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gyenes összekötő 14">
            <a:extLst>
              <a:ext uri="{FF2B5EF4-FFF2-40B4-BE49-F238E27FC236}">
                <a16:creationId xmlns:a16="http://schemas.microsoft.com/office/drawing/2014/main" id="{40E47964-42E3-09B6-4B3F-96D1060D072B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1266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pire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églalap 5">
            <a:extLst>
              <a:ext uri="{FF2B5EF4-FFF2-40B4-BE49-F238E27FC236}">
                <a16:creationId xmlns:a16="http://schemas.microsoft.com/office/drawing/2014/main" id="{858E6B6D-2F30-4BA9-2B55-62940E3BFCA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1118941"/>
            <a:ext cx="6565392" cy="5200516"/>
          </a:xfrm>
        </p:spPr>
        <p:txBody>
          <a:bodyPr rtlCol="0" anchor="b">
            <a:normAutofit/>
          </a:bodyPr>
          <a:lstStyle>
            <a:lvl1pPr>
              <a:lnSpc>
                <a:spcPct val="80000"/>
              </a:lnSpc>
              <a:defRPr sz="8000" cap="all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hu"/>
              <a:t>Mintacím szerkesztése</a:t>
            </a:r>
            <a:endParaRPr lang="en-US" dirty="0"/>
          </a:p>
        </p:txBody>
      </p:sp>
      <p:sp>
        <p:nvSpPr>
          <p:cNvPr id="7" name="Tartalom helye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857689" y="532759"/>
            <a:ext cx="3877110" cy="5463437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1800" dirty="0">
                <a:solidFill>
                  <a:schemeClr val="tx2"/>
                </a:solidFill>
              </a:defRPr>
            </a:lvl1pPr>
            <a:lvl2pPr marL="571500" indent="-342900">
              <a:buFont typeface="+mj-lt"/>
              <a:buAutoNum type="arabicPeriod"/>
              <a:defRPr lang="en-US" sz="1600" dirty="0">
                <a:solidFill>
                  <a:schemeClr val="tx2"/>
                </a:solidFill>
              </a:defRPr>
            </a:lvl2pPr>
            <a:lvl3pPr marL="800100" indent="-342900">
              <a:buFont typeface="+mj-lt"/>
              <a:buAutoNum type="arabicPeriod"/>
              <a:defRPr lang="en-US" sz="1600" dirty="0">
                <a:solidFill>
                  <a:schemeClr val="tx2"/>
                </a:solidFill>
              </a:defRPr>
            </a:lvl3pPr>
            <a:lvl4pPr marL="10287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4pPr>
            <a:lvl5pPr marL="12573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hu"/>
              <a:t>Mintaszöveg szerkesztése</a:t>
            </a:r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  <a:endParaRPr lang="en-US" dirty="0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hu"/>
              <a:t>Minta élőláb szövege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8/11/2025</a:t>
            </a:r>
            <a:endParaRPr lang="en-US" dirty="0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Egyenes összekötő 14">
            <a:extLst>
              <a:ext uri="{FF2B5EF4-FFF2-40B4-BE49-F238E27FC236}">
                <a16:creationId xmlns:a16="http://schemas.microsoft.com/office/drawing/2014/main" id="{40E47964-42E3-09B6-4B3F-96D1060D072B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gyenes összekötő 9">
            <a:extLst>
              <a:ext uri="{FF2B5EF4-FFF2-40B4-BE49-F238E27FC236}">
                <a16:creationId xmlns:a16="http://schemas.microsoft.com/office/drawing/2014/main" id="{25DD64E6-257D-65B2-D2A7-6A1002E1E580}"/>
              </a:ext>
            </a:extLst>
          </p:cNvPr>
          <p:cNvCxnSpPr>
            <a:cxnSpLocks/>
          </p:cNvCxnSpPr>
          <p:nvPr/>
        </p:nvCxnSpPr>
        <p:spPr>
          <a:xfrm>
            <a:off x="740049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57674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pirend képp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églalap 5">
            <a:extLst>
              <a:ext uri="{FF2B5EF4-FFF2-40B4-BE49-F238E27FC236}">
                <a16:creationId xmlns:a16="http://schemas.microsoft.com/office/drawing/2014/main" id="{B0D0A563-F018-FFF1-B911-D69E42CEEA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63362"/>
            <a:ext cx="11130279" cy="1162632"/>
          </a:xfrm>
        </p:spPr>
        <p:txBody>
          <a:bodyPr rtlCol="0" anchor="ctr">
            <a:normAutofit/>
          </a:bodyPr>
          <a:lstStyle>
            <a:lvl1pPr>
              <a:defRPr sz="7200" cap="all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hu"/>
              <a:t>Mintacím szerkesztése</a:t>
            </a:r>
            <a:endParaRPr lang="en-US" dirty="0"/>
          </a:p>
        </p:txBody>
      </p:sp>
      <p:sp>
        <p:nvSpPr>
          <p:cNvPr id="8" name="Kép helyőrzője 7">
            <a:extLst>
              <a:ext uri="{FF2B5EF4-FFF2-40B4-BE49-F238E27FC236}">
                <a16:creationId xmlns:a16="http://schemas.microsoft.com/office/drawing/2014/main" id="{5DA2B1BE-7DDF-C8B4-6A46-21B5A0257D0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8364" y="1830708"/>
            <a:ext cx="5321063" cy="456392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hu"/>
              <a:t> </a:t>
            </a:r>
          </a:p>
        </p:txBody>
      </p:sp>
      <p:sp>
        <p:nvSpPr>
          <p:cNvPr id="7" name="Tartalom helye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46552" y="2191025"/>
            <a:ext cx="5733156" cy="3894807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>
                <a:solidFill>
                  <a:schemeClr val="tx2"/>
                </a:solidFill>
              </a:defRPr>
            </a:lvl1pPr>
            <a:lvl2pPr marL="571500" indent="-342900">
              <a:buFont typeface="+mj-lt"/>
              <a:buAutoNum type="arabicPeriod"/>
              <a:defRPr lang="en-US" sz="1800" dirty="0">
                <a:solidFill>
                  <a:schemeClr val="tx2"/>
                </a:solidFill>
              </a:defRPr>
            </a:lvl2pPr>
            <a:lvl3pPr marL="800100" indent="-342900">
              <a:buFont typeface="+mj-lt"/>
              <a:buAutoNum type="arabicPeriod"/>
              <a:defRPr lang="en-US" sz="1600" dirty="0">
                <a:solidFill>
                  <a:schemeClr val="tx2"/>
                </a:solidFill>
              </a:defRPr>
            </a:lvl3pPr>
            <a:lvl4pPr marL="10287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4pPr>
            <a:lvl5pPr marL="12573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hu"/>
              <a:t>Mintaszöveg szerkesztése</a:t>
            </a:r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  <a:endParaRPr lang="en-US" dirty="0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hu"/>
              <a:t>Minta élőláb szövege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8/11/2025</a:t>
            </a:r>
            <a:endParaRPr lang="en-US" dirty="0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Egyenes összekötő 10">
            <a:extLst>
              <a:ext uri="{FF2B5EF4-FFF2-40B4-BE49-F238E27FC236}">
                <a16:creationId xmlns:a16="http://schemas.microsoft.com/office/drawing/2014/main" id="{F06406B2-3637-5849-867E-A0ADC9D9DDA5}"/>
              </a:ext>
            </a:extLst>
          </p:cNvPr>
          <p:cNvCxnSpPr>
            <a:cxnSpLocks/>
          </p:cNvCxnSpPr>
          <p:nvPr/>
        </p:nvCxnSpPr>
        <p:spPr>
          <a:xfrm flipH="1">
            <a:off x="0" y="1822345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gyenes összekötő 14">
            <a:extLst>
              <a:ext uri="{FF2B5EF4-FFF2-40B4-BE49-F238E27FC236}">
                <a16:creationId xmlns:a16="http://schemas.microsoft.com/office/drawing/2014/main" id="{40E47964-42E3-09B6-4B3F-96D1060D072B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gyenes összekötő 9">
            <a:extLst>
              <a:ext uri="{FF2B5EF4-FFF2-40B4-BE49-F238E27FC236}">
                <a16:creationId xmlns:a16="http://schemas.microsoft.com/office/drawing/2014/main" id="{25DD64E6-257D-65B2-D2A7-6A1002E1E580}"/>
              </a:ext>
            </a:extLst>
          </p:cNvPr>
          <p:cNvCxnSpPr>
            <a:cxnSpLocks/>
          </p:cNvCxnSpPr>
          <p:nvPr/>
        </p:nvCxnSpPr>
        <p:spPr>
          <a:xfrm>
            <a:off x="5321065" y="1822345"/>
            <a:ext cx="0" cy="5035655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96078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artalo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9167" y="860128"/>
            <a:ext cx="6353666" cy="1711083"/>
          </a:xfrm>
        </p:spPr>
        <p:txBody>
          <a:bodyPr rtlCol="0" anchor="b">
            <a:normAutofit/>
          </a:bodyPr>
          <a:lstStyle>
            <a:lvl1pPr algn="ctr">
              <a:defRPr sz="3200">
                <a:solidFill>
                  <a:schemeClr val="tx2"/>
                </a:solidFill>
              </a:defRPr>
            </a:lvl1pPr>
          </a:lstStyle>
          <a:p>
            <a:pPr rtl="0"/>
            <a:r>
              <a:rPr lang="hu"/>
              <a:t>Mintacím szerkesztése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6618" y="3155112"/>
            <a:ext cx="5578764" cy="2442120"/>
          </a:xfrm>
        </p:spPr>
        <p:txBody>
          <a:bodyPr rtlCol="0" anchor="t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 rtl="0"/>
            <a:r>
              <a:rPr lang="hu"/>
              <a:t>Mintaszöveg szerkesztése</a:t>
            </a:r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  <a:endParaRPr lang="en-US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 rtlCol="0"/>
          <a:lstStyle/>
          <a:p>
            <a:pPr rtl="0"/>
            <a:r>
              <a:rPr lang="hu"/>
              <a:t>Minta élőláb szövege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8/11/2025</a:t>
            </a:r>
            <a:endParaRPr lang="en-US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2682F24D-05C9-B6C7-3A94-C06130BFE9B2}"/>
              </a:ext>
            </a:extLst>
          </p:cNvPr>
          <p:cNvCxnSpPr>
            <a:cxnSpLocks/>
          </p:cNvCxnSpPr>
          <p:nvPr/>
        </p:nvCxnSpPr>
        <p:spPr>
          <a:xfrm flipH="1">
            <a:off x="0" y="278317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29322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artalom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4711" y="845617"/>
            <a:ext cx="5897862" cy="1436331"/>
          </a:xfrm>
        </p:spPr>
        <p:txBody>
          <a:bodyPr rtlCol="0"/>
          <a:lstStyle/>
          <a:p>
            <a:pPr rtl="0"/>
            <a:r>
              <a:rPr lang="hu"/>
              <a:t>Mintacím szerkesztése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4711" y="2910484"/>
            <a:ext cx="5897862" cy="3066386"/>
          </a:xfrm>
        </p:spPr>
        <p:txBody>
          <a:bodyPr rtlCol="0"/>
          <a:lstStyle/>
          <a:p>
            <a:pPr lvl="0" rtl="0"/>
            <a:r>
              <a:rPr lang="hu"/>
              <a:t>Mintaszöveg szerkesztése</a:t>
            </a:r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  <a:endParaRPr lang="en-US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 rtlCol="0"/>
          <a:lstStyle/>
          <a:p>
            <a:pPr rtl="0"/>
            <a:r>
              <a:rPr lang="hu"/>
              <a:t>Minta élőláb szövege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8/11/2025</a:t>
            </a:r>
            <a:endParaRPr lang="en-US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Egyenes összekötő 14">
            <a:extLst>
              <a:ext uri="{FF2B5EF4-FFF2-40B4-BE49-F238E27FC236}">
                <a16:creationId xmlns:a16="http://schemas.microsoft.com/office/drawing/2014/main" id="{A1AB0C69-C415-7A7B-376B-69AA51CE6A5E}"/>
              </a:ext>
            </a:extLst>
          </p:cNvPr>
          <p:cNvCxnSpPr>
            <a:cxnSpLocks/>
          </p:cNvCxnSpPr>
          <p:nvPr/>
        </p:nvCxnSpPr>
        <p:spPr>
          <a:xfrm flipH="1">
            <a:off x="0" y="253652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4CFDABE4-7855-701A-F892-8CE2C6CE02A5}"/>
              </a:ext>
            </a:extLst>
          </p:cNvPr>
          <p:cNvCxnSpPr>
            <a:cxnSpLocks/>
          </p:cNvCxnSpPr>
          <p:nvPr/>
        </p:nvCxnSpPr>
        <p:spPr>
          <a:xfrm>
            <a:off x="3019559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8796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artalom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1299"/>
            <a:ext cx="3689927" cy="1486906"/>
          </a:xfrm>
        </p:spPr>
        <p:txBody>
          <a:bodyPr rtlCol="0"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hu"/>
              <a:t>Mintacím szerkesztése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4515" y="2780147"/>
            <a:ext cx="6567049" cy="3359871"/>
          </a:xfrm>
        </p:spPr>
        <p:txBody>
          <a:bodyPr rtlCol="0"/>
          <a:lstStyle/>
          <a:p>
            <a:pPr lvl="0" rtl="0"/>
            <a:r>
              <a:rPr lang="hu"/>
              <a:t>Mintaszöveg szerkesztése</a:t>
            </a:r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  <a:endParaRPr lang="en-US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"/>
              <a:t>Minta élőláb szövege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8/11/2025</a:t>
            </a:r>
            <a:endParaRPr lang="en-US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Egyenes összekötő 10">
            <a:extLst>
              <a:ext uri="{FF2B5EF4-FFF2-40B4-BE49-F238E27FC236}">
                <a16:creationId xmlns:a16="http://schemas.microsoft.com/office/drawing/2014/main" id="{4BF5C1EC-3A2D-2E51-65A6-6155B3776C4A}"/>
              </a:ext>
            </a:extLst>
          </p:cNvPr>
          <p:cNvCxnSpPr>
            <a:cxnSpLocks/>
          </p:cNvCxnSpPr>
          <p:nvPr/>
        </p:nvCxnSpPr>
        <p:spPr>
          <a:xfrm flipH="1">
            <a:off x="0" y="239797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gyenes összekötő 11">
            <a:extLst>
              <a:ext uri="{FF2B5EF4-FFF2-40B4-BE49-F238E27FC236}">
                <a16:creationId xmlns:a16="http://schemas.microsoft.com/office/drawing/2014/main" id="{F797FEE4-9B7E-CE58-4AA3-EC6E3E1861F3}"/>
              </a:ext>
            </a:extLst>
          </p:cNvPr>
          <p:cNvCxnSpPr>
            <a:cxnSpLocks/>
          </p:cNvCxnSpPr>
          <p:nvPr/>
        </p:nvCxnSpPr>
        <p:spPr>
          <a:xfrm>
            <a:off x="4469245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50062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360">
          <p15:clr>
            <a:srgbClr val="FBAE40"/>
          </p15:clr>
        </p15:guide>
        <p15:guide id="4" pos="2928">
          <p15:clr>
            <a:srgbClr val="FBAE40"/>
          </p15:clr>
        </p15:guide>
        <p15:guide id="5" pos="4752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artalom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63119"/>
            <a:ext cx="4152377" cy="3434657"/>
          </a:xfrm>
        </p:spPr>
        <p:txBody>
          <a:bodyPr rtlCol="0"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hu"/>
              <a:t>Mintacím szerkesztése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4602" y="1153691"/>
            <a:ext cx="5496988" cy="4568377"/>
          </a:xfrm>
        </p:spPr>
        <p:txBody>
          <a:bodyPr rtlCol="0"/>
          <a:lstStyle/>
          <a:p>
            <a:pPr lvl="0" rtl="0"/>
            <a:r>
              <a:rPr lang="hu"/>
              <a:t>Mintaszöveg szerkesztése</a:t>
            </a:r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  <a:endParaRPr lang="en-US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"/>
              <a:t>Minta élőláb szövege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8/11/2025</a:t>
            </a:r>
            <a:endParaRPr lang="en-US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Egyenes összekötő 9">
            <a:extLst>
              <a:ext uri="{FF2B5EF4-FFF2-40B4-BE49-F238E27FC236}">
                <a16:creationId xmlns:a16="http://schemas.microsoft.com/office/drawing/2014/main" id="{E151E503-5C8D-3CDA-5CC2-A56B4F2A6193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gyenes összekötő 10">
            <a:extLst>
              <a:ext uri="{FF2B5EF4-FFF2-40B4-BE49-F238E27FC236}">
                <a16:creationId xmlns:a16="http://schemas.microsoft.com/office/drawing/2014/main" id="{6BEA2129-EA91-4982-7EB1-1F590E56CA3B}"/>
              </a:ext>
            </a:extLst>
          </p:cNvPr>
          <p:cNvCxnSpPr>
            <a:cxnSpLocks/>
          </p:cNvCxnSpPr>
          <p:nvPr/>
        </p:nvCxnSpPr>
        <p:spPr>
          <a:xfrm>
            <a:off x="5323105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55978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artalom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0473"/>
            <a:ext cx="3664107" cy="3864052"/>
          </a:xfrm>
        </p:spPr>
        <p:txBody>
          <a:bodyPr rtlCol="0"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hu"/>
              <a:t>Mintacím szerkesztése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0349" y="720473"/>
            <a:ext cx="6309360" cy="5303520"/>
          </a:xfrm>
        </p:spPr>
        <p:txBody>
          <a:bodyPr rtlCol="0"/>
          <a:lstStyle/>
          <a:p>
            <a:pPr lvl="0" rtl="0"/>
            <a:r>
              <a:rPr lang="hu"/>
              <a:t>Mintaszöveg szerkesztése</a:t>
            </a:r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  <a:endParaRPr lang="en-US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"/>
              <a:t>Minta élőláb szövege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8/11/2025</a:t>
            </a:r>
            <a:endParaRPr lang="en-US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A6AC6891-86BE-FF41-E94E-AB97BFFB2322}"/>
              </a:ext>
            </a:extLst>
          </p:cNvPr>
          <p:cNvCxnSpPr>
            <a:cxnSpLocks/>
          </p:cNvCxnSpPr>
          <p:nvPr/>
        </p:nvCxnSpPr>
        <p:spPr>
          <a:xfrm>
            <a:off x="4643464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gyenes összekötő 9">
            <a:extLst>
              <a:ext uri="{FF2B5EF4-FFF2-40B4-BE49-F238E27FC236}">
                <a16:creationId xmlns:a16="http://schemas.microsoft.com/office/drawing/2014/main" id="{E151E503-5C8D-3CDA-5CC2-A56B4F2A6193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96166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artalom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0473"/>
            <a:ext cx="3280573" cy="3864052"/>
          </a:xfrm>
        </p:spPr>
        <p:txBody>
          <a:bodyPr rtlCol="0"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hu"/>
              <a:t>Mintacím szerkesztése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2388" y="720473"/>
            <a:ext cx="7072408" cy="5486400"/>
          </a:xfrm>
        </p:spPr>
        <p:txBody>
          <a:bodyPr rtlCol="0"/>
          <a:lstStyle/>
          <a:p>
            <a:pPr lvl="0" rtl="0"/>
            <a:r>
              <a:rPr lang="hu"/>
              <a:t>Mintaszöveg szerkesztése</a:t>
            </a:r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  <a:endParaRPr lang="en-US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280570" cy="365125"/>
          </a:xfrm>
        </p:spPr>
        <p:txBody>
          <a:bodyPr rtlCol="0"/>
          <a:lstStyle/>
          <a:p>
            <a:pPr rtl="0"/>
            <a:r>
              <a:rPr lang="hu"/>
              <a:t>Minta élőláb szövege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8/11/2025</a:t>
            </a:r>
            <a:endParaRPr lang="en-US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A6AC6891-86BE-FF41-E94E-AB97BFFB2322}"/>
              </a:ext>
            </a:extLst>
          </p:cNvPr>
          <p:cNvCxnSpPr>
            <a:cxnSpLocks/>
          </p:cNvCxnSpPr>
          <p:nvPr/>
        </p:nvCxnSpPr>
        <p:spPr>
          <a:xfrm>
            <a:off x="4140231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gyenes összekötő 9">
            <a:extLst>
              <a:ext uri="{FF2B5EF4-FFF2-40B4-BE49-F238E27FC236}">
                <a16:creationId xmlns:a16="http://schemas.microsoft.com/office/drawing/2014/main" id="{E151E503-5C8D-3CDA-5CC2-A56B4F2A6193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14441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artalom képp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1995" y="559483"/>
            <a:ext cx="6825541" cy="1009652"/>
          </a:xfrm>
        </p:spPr>
        <p:txBody>
          <a:bodyPr rtlCol="0" anchor="b"/>
          <a:lstStyle/>
          <a:p>
            <a:pPr rtl="0"/>
            <a:r>
              <a:rPr lang="hu"/>
              <a:t>Mintacím szerkesztése</a:t>
            </a:r>
            <a:endParaRPr lang="en-US" dirty="0"/>
          </a:p>
        </p:txBody>
      </p:sp>
      <p:sp>
        <p:nvSpPr>
          <p:cNvPr id="19" name="Kép helyőrzője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421943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hu"/>
              <a:t> 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1994" y="2083837"/>
            <a:ext cx="6825545" cy="4032504"/>
          </a:xfrm>
        </p:spPr>
        <p:txBody>
          <a:bodyPr rtlCol="0"/>
          <a:lstStyle/>
          <a:p>
            <a:pPr lvl="0" rtl="0"/>
            <a:r>
              <a:rPr lang="hu"/>
              <a:t>Mintaszöveg szerkesztése</a:t>
            </a:r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  <a:endParaRPr lang="en-US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811448" cy="365125"/>
          </a:xfrm>
        </p:spPr>
        <p:txBody>
          <a:bodyPr rtlCol="0"/>
          <a:lstStyle/>
          <a:p>
            <a:pPr rtl="0"/>
            <a:r>
              <a:rPr lang="hu"/>
              <a:t>Minta élőláb szövege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8/11/2025</a:t>
            </a:r>
            <a:endParaRPr lang="en-US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gyenes összekötő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423739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4425535" y="1810995"/>
            <a:ext cx="7750205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05744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talom képpe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557784"/>
            <a:ext cx="6781799" cy="1009652"/>
          </a:xfrm>
        </p:spPr>
        <p:txBody>
          <a:bodyPr rtlCol="0" anchor="b"/>
          <a:lstStyle/>
          <a:p>
            <a:pPr rtl="0"/>
            <a:r>
              <a:rPr lang="hu"/>
              <a:t>Mintacím szerkesztése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84832"/>
            <a:ext cx="6781800" cy="4032504"/>
          </a:xfrm>
        </p:spPr>
        <p:txBody>
          <a:bodyPr rtlCol="0"/>
          <a:lstStyle/>
          <a:p>
            <a:pPr lvl="0" rtl="0"/>
            <a:r>
              <a:rPr lang="hu"/>
              <a:t>Mintaszöveg szerkesztése</a:t>
            </a:r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  <a:endParaRPr lang="en-US" dirty="0"/>
          </a:p>
        </p:txBody>
      </p:sp>
      <p:sp>
        <p:nvSpPr>
          <p:cNvPr id="19" name="Kép helyőrzője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58244" y="1"/>
            <a:ext cx="4441796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hu"/>
              <a:t> </a:t>
            </a:r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 rtlCol="0"/>
          <a:lstStyle/>
          <a:p>
            <a:pPr rtl="0"/>
            <a:r>
              <a:rPr lang="hu"/>
              <a:t>Minta élőláb szövege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8/11/2025</a:t>
            </a:r>
            <a:endParaRPr lang="en-US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gyenes összekötő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7750205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0" y="1810512"/>
            <a:ext cx="7750205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45034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talom képpe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2644" y="669386"/>
            <a:ext cx="7231413" cy="1005840"/>
          </a:xfrm>
        </p:spPr>
        <p:txBody>
          <a:bodyPr rtlCol="0"/>
          <a:lstStyle/>
          <a:p>
            <a:pPr rtl="0"/>
            <a:r>
              <a:rPr lang="hu"/>
              <a:t>Mintacím szerkesztése</a:t>
            </a:r>
            <a:endParaRPr lang="en-US" dirty="0"/>
          </a:p>
        </p:txBody>
      </p:sp>
      <p:sp>
        <p:nvSpPr>
          <p:cNvPr id="19" name="Kép helyőrzője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8994" y="-5468"/>
            <a:ext cx="4011836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hu"/>
              <a:t> 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2644" y="1812385"/>
            <a:ext cx="7231407" cy="4423855"/>
          </a:xfrm>
        </p:spPr>
        <p:txBody>
          <a:bodyPr rtlCol="0"/>
          <a:lstStyle/>
          <a:p>
            <a:pPr lvl="0" rtl="0"/>
            <a:r>
              <a:rPr lang="hu"/>
              <a:t>Mintaszöveg szerkesztése</a:t>
            </a:r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  <a:endParaRPr lang="en-US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408011" cy="365125"/>
          </a:xfrm>
        </p:spPr>
        <p:txBody>
          <a:bodyPr rtlCol="0"/>
          <a:lstStyle/>
          <a:p>
            <a:pPr rtl="0"/>
            <a:r>
              <a:rPr lang="hu"/>
              <a:t>Minta élőláb szövege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8/11/2025</a:t>
            </a:r>
            <a:endParaRPr lang="en-US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gyenes összekötő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009212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2851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talom képpel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0728"/>
            <a:ext cx="7281067" cy="1005840"/>
          </a:xfrm>
        </p:spPr>
        <p:txBody>
          <a:bodyPr rtlCol="0"/>
          <a:lstStyle/>
          <a:p>
            <a:pPr rtl="0"/>
            <a:r>
              <a:rPr lang="hu"/>
              <a:t>Mintacím szerkesztése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3728"/>
            <a:ext cx="7281061" cy="4423855"/>
          </a:xfrm>
        </p:spPr>
        <p:txBody>
          <a:bodyPr rtlCol="0"/>
          <a:lstStyle/>
          <a:p>
            <a:pPr lvl="0" rtl="0"/>
            <a:r>
              <a:rPr lang="hu"/>
              <a:t>Mintaszöveg szerkesztése</a:t>
            </a:r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  <a:endParaRPr lang="en-US" dirty="0"/>
          </a:p>
        </p:txBody>
      </p:sp>
      <p:sp>
        <p:nvSpPr>
          <p:cNvPr id="19" name="Kép helyőrzője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5489" y="-6369"/>
            <a:ext cx="3996512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hu"/>
              <a:t> </a:t>
            </a:r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 rtlCol="0"/>
          <a:lstStyle/>
          <a:p>
            <a:pPr rtl="0"/>
            <a:r>
              <a:rPr lang="hu"/>
              <a:t>Minta élőláb szövege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8/11/2025</a:t>
            </a:r>
            <a:endParaRPr lang="en-US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gyenes összekötő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8188287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2623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talom képpel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5423" y="678485"/>
            <a:ext cx="6369370" cy="1005840"/>
          </a:xfrm>
        </p:spPr>
        <p:txBody>
          <a:bodyPr rtlCol="0"/>
          <a:lstStyle/>
          <a:p>
            <a:pPr rtl="0"/>
            <a:r>
              <a:rPr lang="hu"/>
              <a:t>Mintacím szerkesztése</a:t>
            </a:r>
            <a:endParaRPr lang="en-US" dirty="0"/>
          </a:p>
        </p:txBody>
      </p:sp>
      <p:sp>
        <p:nvSpPr>
          <p:cNvPr id="19" name="Kép helyőrzője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8466"/>
            <a:ext cx="4886539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hu"/>
              <a:t> 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3890" y="1821484"/>
            <a:ext cx="6360897" cy="4292181"/>
          </a:xfrm>
        </p:spPr>
        <p:txBody>
          <a:bodyPr rtlCol="0"/>
          <a:lstStyle/>
          <a:p>
            <a:pPr lvl="0" rtl="0"/>
            <a:r>
              <a:rPr lang="hu"/>
              <a:t>Mintaszöveg szerkesztése</a:t>
            </a:r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  <a:endParaRPr lang="en-US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 rtlCol="0"/>
          <a:lstStyle/>
          <a:p>
            <a:pPr rtl="0"/>
            <a:r>
              <a:rPr lang="hu"/>
              <a:t>Minta élőláb szövege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8/11/2025</a:t>
            </a:r>
            <a:endParaRPr lang="en-US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gyenes összekötő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890812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6661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talom képpel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8485"/>
            <a:ext cx="6369370" cy="1005840"/>
          </a:xfrm>
        </p:spPr>
        <p:txBody>
          <a:bodyPr rtlCol="0"/>
          <a:lstStyle/>
          <a:p>
            <a:pPr rtl="0"/>
            <a:r>
              <a:rPr lang="hu"/>
              <a:t>Mintacím szerkesztése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1484"/>
            <a:ext cx="6360897" cy="4292181"/>
          </a:xfrm>
        </p:spPr>
        <p:txBody>
          <a:bodyPr rtlCol="0"/>
          <a:lstStyle/>
          <a:p>
            <a:pPr lvl="0" rtl="0"/>
            <a:r>
              <a:rPr lang="hu"/>
              <a:t>Mintaszöveg szerkesztése</a:t>
            </a:r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  <a:endParaRPr lang="en-US" dirty="0"/>
          </a:p>
        </p:txBody>
      </p:sp>
      <p:sp>
        <p:nvSpPr>
          <p:cNvPr id="19" name="Kép helyőrzője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77100" y="-8466"/>
            <a:ext cx="4914895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hu"/>
              <a:t> </a:t>
            </a:r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 rtlCol="0"/>
          <a:lstStyle/>
          <a:p>
            <a:pPr rtl="0"/>
            <a:r>
              <a:rPr lang="hu"/>
              <a:t>Minta élőláb szövege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8/11/2025</a:t>
            </a:r>
            <a:endParaRPr lang="en-US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gyenes összekötő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7270008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94378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talom képpel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500" y="458144"/>
            <a:ext cx="3433926" cy="1681551"/>
          </a:xfrm>
        </p:spPr>
        <p:txBody>
          <a:bodyPr rtlCol="0"/>
          <a:lstStyle/>
          <a:p>
            <a:pPr rtl="0"/>
            <a:r>
              <a:rPr lang="hu"/>
              <a:t>Mintacím szerkesztése</a:t>
            </a:r>
            <a:endParaRPr lang="en-US" dirty="0"/>
          </a:p>
        </p:txBody>
      </p:sp>
      <p:sp>
        <p:nvSpPr>
          <p:cNvPr id="19" name="Kép helyőrzője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722292" cy="6396281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hu"/>
              <a:t> 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1500" y="2276856"/>
            <a:ext cx="3433926" cy="3785616"/>
          </a:xfrm>
        </p:spPr>
        <p:txBody>
          <a:bodyPr rtlCol="0"/>
          <a:lstStyle/>
          <a:p>
            <a:pPr lvl="0" rtl="0"/>
            <a:r>
              <a:rPr lang="hu"/>
              <a:t>Mintaszöveg szerkesztése</a:t>
            </a:r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  <a:endParaRPr lang="en-US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 rtlCol="0"/>
          <a:lstStyle/>
          <a:p>
            <a:pPr rtl="0"/>
            <a:r>
              <a:rPr lang="hu"/>
              <a:t>Minta élőláb szövege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8/11/2025</a:t>
            </a:r>
            <a:endParaRPr lang="en-US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985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BA67EAFE-BA64-2156-9780-AA400F6F3026}"/>
              </a:ext>
            </a:extLst>
          </p:cNvPr>
          <p:cNvCxnSpPr>
            <a:cxnSpLocks/>
          </p:cNvCxnSpPr>
          <p:nvPr/>
        </p:nvCxnSpPr>
        <p:spPr>
          <a:xfrm>
            <a:off x="7727358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89870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talom képpel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8145"/>
            <a:ext cx="4000497" cy="1679799"/>
          </a:xfrm>
        </p:spPr>
        <p:txBody>
          <a:bodyPr rtlCol="0"/>
          <a:lstStyle/>
          <a:p>
            <a:pPr rtl="0"/>
            <a:r>
              <a:rPr lang="hu"/>
              <a:t>Mintacím szerkesztése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72880"/>
            <a:ext cx="4000497" cy="3789491"/>
          </a:xfrm>
        </p:spPr>
        <p:txBody>
          <a:bodyPr rtlCol="0"/>
          <a:lstStyle/>
          <a:p>
            <a:pPr lvl="0" rtl="0"/>
            <a:r>
              <a:rPr lang="hu"/>
              <a:t>Mintaszöveg szerkesztése</a:t>
            </a:r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  <a:endParaRPr lang="en-US" dirty="0"/>
          </a:p>
        </p:txBody>
      </p:sp>
      <p:sp>
        <p:nvSpPr>
          <p:cNvPr id="19" name="Kép helyőrzője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53323" y="0"/>
            <a:ext cx="7338676" cy="6396281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hu"/>
              <a:t> </a:t>
            </a:r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4000500" cy="365125"/>
          </a:xfrm>
        </p:spPr>
        <p:txBody>
          <a:bodyPr rtlCol="0"/>
          <a:lstStyle/>
          <a:p>
            <a:pPr rtl="0"/>
            <a:r>
              <a:rPr lang="hu"/>
              <a:t>Minta élőláb szövege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8/11/2025</a:t>
            </a:r>
            <a:endParaRPr lang="en-US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985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gyenes összekötő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849331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231902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talom képpel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9922" y="458144"/>
            <a:ext cx="3909536" cy="1485873"/>
          </a:xfrm>
        </p:spPr>
        <p:txBody>
          <a:bodyPr rtlCol="0"/>
          <a:lstStyle/>
          <a:p>
            <a:pPr rtl="0"/>
            <a:r>
              <a:rPr lang="hu"/>
              <a:t>Mintacím szerkesztése</a:t>
            </a:r>
            <a:endParaRPr lang="en-US" dirty="0"/>
          </a:p>
        </p:txBody>
      </p:sp>
      <p:sp>
        <p:nvSpPr>
          <p:cNvPr id="19" name="Kép helyőrzője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268396" cy="6396281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hu"/>
              <a:t> 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9922" y="2463789"/>
            <a:ext cx="3909534" cy="3561091"/>
          </a:xfrm>
        </p:spPr>
        <p:txBody>
          <a:bodyPr rtlCol="0"/>
          <a:lstStyle/>
          <a:p>
            <a:pPr lvl="0" rtl="0"/>
            <a:r>
              <a:rPr lang="hu"/>
              <a:t>Mintaszöveg szerkesztése</a:t>
            </a:r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  <a:endParaRPr lang="en-US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 rtlCol="0"/>
          <a:lstStyle/>
          <a:p>
            <a:pPr rtl="0"/>
            <a:r>
              <a:rPr lang="hu"/>
              <a:t>Minta élőláb szövege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8/11/2025</a:t>
            </a:r>
            <a:endParaRPr lang="en-US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985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BA67EAFE-BA64-2156-9780-AA400F6F3026}"/>
              </a:ext>
            </a:extLst>
          </p:cNvPr>
          <p:cNvCxnSpPr>
            <a:cxnSpLocks/>
          </p:cNvCxnSpPr>
          <p:nvPr/>
        </p:nvCxnSpPr>
        <p:spPr>
          <a:xfrm>
            <a:off x="7271347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gyenes összekötő 6">
            <a:extLst>
              <a:ext uri="{FF2B5EF4-FFF2-40B4-BE49-F238E27FC236}">
                <a16:creationId xmlns:a16="http://schemas.microsoft.com/office/drawing/2014/main" id="{854F2342-86AA-3EA4-EB3B-2DB8D68315E6}"/>
              </a:ext>
            </a:extLst>
          </p:cNvPr>
          <p:cNvCxnSpPr>
            <a:cxnSpLocks/>
          </p:cNvCxnSpPr>
          <p:nvPr/>
        </p:nvCxnSpPr>
        <p:spPr>
          <a:xfrm flipH="1">
            <a:off x="7227420" y="2212509"/>
            <a:ext cx="493532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01228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talom képpel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4673" y="586591"/>
            <a:ext cx="2915036" cy="1600279"/>
          </a:xfrm>
        </p:spPr>
        <p:txBody>
          <a:bodyPr rtlCol="0"/>
          <a:lstStyle/>
          <a:p>
            <a:pPr rtl="0"/>
            <a:r>
              <a:rPr lang="hu"/>
              <a:t>Mintacím szerkesztése</a:t>
            </a:r>
            <a:endParaRPr lang="en-US" dirty="0"/>
          </a:p>
        </p:txBody>
      </p:sp>
      <p:sp>
        <p:nvSpPr>
          <p:cNvPr id="19" name="Kép helyőrzője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186508" cy="6396281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hu"/>
              <a:t> 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4673" y="2714536"/>
            <a:ext cx="2915038" cy="3227167"/>
          </a:xfrm>
        </p:spPr>
        <p:txBody>
          <a:bodyPr rtlCol="0"/>
          <a:lstStyle/>
          <a:p>
            <a:pPr lvl="0" rtl="0"/>
            <a:r>
              <a:rPr lang="hu"/>
              <a:t>Mintaszöveg szerkesztése</a:t>
            </a:r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  <a:endParaRPr lang="en-US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 rtlCol="0"/>
          <a:lstStyle/>
          <a:p>
            <a:pPr rtl="0"/>
            <a:r>
              <a:rPr lang="hu"/>
              <a:t>Minta élőláb szövege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8/11/2025</a:t>
            </a:r>
            <a:endParaRPr lang="en-US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985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30E6711F-CD71-AB46-003C-BE1DB3B8E841}"/>
              </a:ext>
            </a:extLst>
          </p:cNvPr>
          <p:cNvCxnSpPr>
            <a:cxnSpLocks/>
          </p:cNvCxnSpPr>
          <p:nvPr/>
        </p:nvCxnSpPr>
        <p:spPr>
          <a:xfrm>
            <a:off x="8187768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9D5807C1-3535-030D-D48C-9F2B70401B10}"/>
              </a:ext>
            </a:extLst>
          </p:cNvPr>
          <p:cNvCxnSpPr>
            <a:cxnSpLocks/>
          </p:cNvCxnSpPr>
          <p:nvPr/>
        </p:nvCxnSpPr>
        <p:spPr>
          <a:xfrm flipH="1">
            <a:off x="8186508" y="2443138"/>
            <a:ext cx="4005492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363368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talom képpel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036986"/>
            <a:ext cx="3985579" cy="1397477"/>
          </a:xfrm>
        </p:spPr>
        <p:txBody>
          <a:bodyPr rtlCol="0" anchor="t"/>
          <a:lstStyle/>
          <a:p>
            <a:pPr rtl="0"/>
            <a:r>
              <a:rPr lang="hu"/>
              <a:t>Mintacím szerkesztése</a:t>
            </a:r>
            <a:endParaRPr lang="en-US" dirty="0"/>
          </a:p>
        </p:txBody>
      </p:sp>
      <p:sp>
        <p:nvSpPr>
          <p:cNvPr id="19" name="Kép helyőrzője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8965"/>
            <a:ext cx="12191999" cy="4767811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hu"/>
              <a:t> 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3180" y="5054245"/>
            <a:ext cx="6376529" cy="1319832"/>
          </a:xfrm>
        </p:spPr>
        <p:txBody>
          <a:bodyPr rtlCol="0"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hu"/>
              <a:t>Mintaszöveg szerkesztése</a:t>
            </a:r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  <a:endParaRPr lang="en-US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 rtlCol="0"/>
          <a:lstStyle/>
          <a:p>
            <a:pPr rtl="0"/>
            <a:r>
              <a:rPr lang="hu"/>
              <a:t>Minta élőláb szövege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8/11/2025</a:t>
            </a:r>
            <a:endParaRPr lang="en-US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0493C13E-01BF-7326-0714-59845741BBF3}"/>
              </a:ext>
            </a:extLst>
          </p:cNvPr>
          <p:cNvCxnSpPr>
            <a:cxnSpLocks/>
          </p:cNvCxnSpPr>
          <p:nvPr/>
        </p:nvCxnSpPr>
        <p:spPr>
          <a:xfrm flipH="1">
            <a:off x="0" y="4759186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gyenes összekötő 12">
            <a:extLst>
              <a:ext uri="{FF2B5EF4-FFF2-40B4-BE49-F238E27FC236}">
                <a16:creationId xmlns:a16="http://schemas.microsoft.com/office/drawing/2014/main" id="{7B245A6F-9312-AEBD-1066-A68010EEF5A3}"/>
              </a:ext>
            </a:extLst>
          </p:cNvPr>
          <p:cNvCxnSpPr>
            <a:cxnSpLocks/>
          </p:cNvCxnSpPr>
          <p:nvPr/>
        </p:nvCxnSpPr>
        <p:spPr>
          <a:xfrm>
            <a:off x="4724925" y="4758846"/>
            <a:ext cx="0" cy="2099154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468158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talom képpel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959530"/>
            <a:ext cx="3512409" cy="2199864"/>
          </a:xfrm>
        </p:spPr>
        <p:txBody>
          <a:bodyPr rtlCol="0" anchor="t"/>
          <a:lstStyle/>
          <a:p>
            <a:pPr rtl="0"/>
            <a:r>
              <a:rPr lang="hu"/>
              <a:t>Mintacím szerkesztése</a:t>
            </a:r>
            <a:endParaRPr lang="en-US" dirty="0"/>
          </a:p>
        </p:txBody>
      </p:sp>
      <p:sp>
        <p:nvSpPr>
          <p:cNvPr id="15" name="Kép helyőrzője 14">
            <a:extLst>
              <a:ext uri="{FF2B5EF4-FFF2-40B4-BE49-F238E27FC236}">
                <a16:creationId xmlns:a16="http://schemas.microsoft.com/office/drawing/2014/main" id="{3B441162-7125-E1E0-1B82-FCC1AB84227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857" y="-1"/>
            <a:ext cx="12192000" cy="364897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hu"/>
              <a:t> 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3613" y="3959529"/>
            <a:ext cx="7011183" cy="2369547"/>
          </a:xfrm>
        </p:spPr>
        <p:txBody>
          <a:bodyPr rtlCol="0"/>
          <a:lstStyle/>
          <a:p>
            <a:pPr lvl="0" rtl="0"/>
            <a:r>
              <a:rPr lang="hu"/>
              <a:t>Mintaszöveg szerkesztése</a:t>
            </a:r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  <a:endParaRPr lang="en-US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1" y="6445997"/>
            <a:ext cx="3543299" cy="365125"/>
          </a:xfrm>
        </p:spPr>
        <p:txBody>
          <a:bodyPr rtlCol="0"/>
          <a:lstStyle/>
          <a:p>
            <a:pPr rtl="0"/>
            <a:r>
              <a:rPr lang="hu"/>
              <a:t>Minta élőláb szövege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8/11/2025</a:t>
            </a:r>
            <a:endParaRPr lang="en-US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2FF81FBD-8D67-B5E4-E22E-74E98EF89F80}"/>
              </a:ext>
            </a:extLst>
          </p:cNvPr>
          <p:cNvCxnSpPr>
            <a:cxnSpLocks/>
          </p:cNvCxnSpPr>
          <p:nvPr/>
        </p:nvCxnSpPr>
        <p:spPr>
          <a:xfrm>
            <a:off x="4290210" y="3648976"/>
            <a:ext cx="0" cy="3209024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gyenes összekötő 6">
            <a:extLst>
              <a:ext uri="{FF2B5EF4-FFF2-40B4-BE49-F238E27FC236}">
                <a16:creationId xmlns:a16="http://schemas.microsoft.com/office/drawing/2014/main" id="{78892870-1B48-2935-21E8-3BC6F474C661}"/>
              </a:ext>
            </a:extLst>
          </p:cNvPr>
          <p:cNvCxnSpPr>
            <a:cxnSpLocks/>
          </p:cNvCxnSpPr>
          <p:nvPr/>
        </p:nvCxnSpPr>
        <p:spPr>
          <a:xfrm flipH="1">
            <a:off x="-857" y="3654706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314193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talom képpel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1413"/>
            <a:ext cx="3511296" cy="1645744"/>
          </a:xfrm>
        </p:spPr>
        <p:txBody>
          <a:bodyPr rtlCol="0" anchor="t"/>
          <a:lstStyle/>
          <a:p>
            <a:pPr rtl="0"/>
            <a:r>
              <a:rPr lang="hu"/>
              <a:t>Mintacím szerkesztése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7448" y="451414"/>
            <a:ext cx="7013448" cy="2215178"/>
          </a:xfrm>
        </p:spPr>
        <p:txBody>
          <a:bodyPr rtlCol="0"/>
          <a:lstStyle/>
          <a:p>
            <a:pPr lvl="0" rtl="0"/>
            <a:r>
              <a:rPr lang="hu"/>
              <a:t>Mintaszöveg szerkesztése</a:t>
            </a:r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  <a:endParaRPr lang="en-US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1" y="2746159"/>
            <a:ext cx="3543299" cy="365125"/>
          </a:xfrm>
        </p:spPr>
        <p:txBody>
          <a:bodyPr rtlCol="0"/>
          <a:lstStyle/>
          <a:p>
            <a:pPr rtl="0"/>
            <a:r>
              <a:rPr lang="hu"/>
              <a:t>Minta élőláb szövege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37594" y="2746159"/>
            <a:ext cx="1842115" cy="365125"/>
          </a:xfrm>
        </p:spPr>
        <p:txBody>
          <a:bodyPr rtlCol="0"/>
          <a:lstStyle/>
          <a:p>
            <a:pPr rtl="0"/>
            <a:r>
              <a:rPr lang="en-US"/>
              <a:t>8/11/2025</a:t>
            </a:r>
            <a:endParaRPr lang="en-US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4800" y="2746159"/>
            <a:ext cx="457200" cy="365125"/>
          </a:xfrm>
        </p:spPr>
        <p:txBody>
          <a:bodyPr rtlCol="0"/>
          <a:lstStyle/>
          <a:p>
            <a:pPr rtl="0"/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Kép helyőrzője 14">
            <a:extLst>
              <a:ext uri="{FF2B5EF4-FFF2-40B4-BE49-F238E27FC236}">
                <a16:creationId xmlns:a16="http://schemas.microsoft.com/office/drawing/2014/main" id="{3B441162-7125-E1E0-1B82-FCC1AB84227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182112"/>
            <a:ext cx="12191143" cy="3675888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hu"/>
              <a:t> </a:t>
            </a:r>
          </a:p>
        </p:txBody>
      </p:sp>
      <p:cxnSp>
        <p:nvCxnSpPr>
          <p:cNvPr id="7" name="Egyenes összekötő 6">
            <a:extLst>
              <a:ext uri="{FF2B5EF4-FFF2-40B4-BE49-F238E27FC236}">
                <a16:creationId xmlns:a16="http://schemas.microsoft.com/office/drawing/2014/main" id="{78892870-1B48-2935-21E8-3BC6F474C661}"/>
              </a:ext>
            </a:extLst>
          </p:cNvPr>
          <p:cNvCxnSpPr>
            <a:cxnSpLocks/>
          </p:cNvCxnSpPr>
          <p:nvPr/>
        </p:nvCxnSpPr>
        <p:spPr>
          <a:xfrm flipH="1">
            <a:off x="-857" y="3174990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12E0C665-CD78-E346-994A-0AC535ACCC98}"/>
              </a:ext>
            </a:extLst>
          </p:cNvPr>
          <p:cNvCxnSpPr>
            <a:cxnSpLocks/>
          </p:cNvCxnSpPr>
          <p:nvPr/>
        </p:nvCxnSpPr>
        <p:spPr>
          <a:xfrm>
            <a:off x="4288536" y="0"/>
            <a:ext cx="0" cy="3182112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040211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talom képpel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681037"/>
            <a:ext cx="11277596" cy="1009652"/>
          </a:xfrm>
        </p:spPr>
        <p:txBody>
          <a:bodyPr rtlCol="0" anchor="ctr"/>
          <a:lstStyle/>
          <a:p>
            <a:pPr rtl="0"/>
            <a:r>
              <a:rPr lang="hu"/>
              <a:t>Mintacím szerkesztése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2098467"/>
            <a:ext cx="4415882" cy="4078495"/>
          </a:xfrm>
        </p:spPr>
        <p:txBody>
          <a:bodyPr rtlCol="0"/>
          <a:lstStyle/>
          <a:p>
            <a:pPr lvl="0" rtl="0"/>
            <a:r>
              <a:rPr lang="hu"/>
              <a:t>Mintaszöveg szerkesztése</a:t>
            </a:r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  <a:endParaRPr lang="en-US" dirty="0"/>
          </a:p>
        </p:txBody>
      </p:sp>
      <p:sp>
        <p:nvSpPr>
          <p:cNvPr id="19" name="Kép helyőrzője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2581" y="1829880"/>
            <a:ext cx="6863265" cy="4566088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hu"/>
              <a:t> </a:t>
            </a:r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 rtlCol="0"/>
          <a:lstStyle/>
          <a:p>
            <a:pPr rtl="0"/>
            <a:r>
              <a:rPr lang="hu"/>
              <a:t>Minta élőláb szövege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8/11/2025</a:t>
            </a:r>
            <a:endParaRPr lang="en-US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gyenes összekötő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5326714" y="1825625"/>
            <a:ext cx="0" cy="5032375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0" y="1825625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gyenes összekötő 9">
            <a:extLst>
              <a:ext uri="{FF2B5EF4-FFF2-40B4-BE49-F238E27FC236}">
                <a16:creationId xmlns:a16="http://schemas.microsoft.com/office/drawing/2014/main" id="{A39AB141-EFC4-A843-71E7-C52C8709BA26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93684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talom képpel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681037"/>
            <a:ext cx="11277595" cy="1009652"/>
          </a:xfrm>
        </p:spPr>
        <p:txBody>
          <a:bodyPr rtlCol="0" anchor="ctr"/>
          <a:lstStyle/>
          <a:p>
            <a:pPr rtl="0"/>
            <a:r>
              <a:rPr lang="hu"/>
              <a:t>Mintacím szerkesztése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98467"/>
            <a:ext cx="6802582" cy="4032504"/>
          </a:xfrm>
        </p:spPr>
        <p:txBody>
          <a:bodyPr rtlCol="0"/>
          <a:lstStyle/>
          <a:p>
            <a:pPr lvl="0" rtl="0"/>
            <a:r>
              <a:rPr lang="hu"/>
              <a:t>Mintaszöveg szerkesztése</a:t>
            </a:r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  <a:endParaRPr lang="en-US" dirty="0"/>
          </a:p>
        </p:txBody>
      </p:sp>
      <p:sp>
        <p:nvSpPr>
          <p:cNvPr id="19" name="Kép helyőrzője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56147" y="1829880"/>
            <a:ext cx="4441796" cy="4566088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hu"/>
              <a:t> </a:t>
            </a:r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 rtlCol="0"/>
          <a:lstStyle/>
          <a:p>
            <a:pPr rtl="0"/>
            <a:r>
              <a:rPr lang="hu"/>
              <a:t>Minta élőláb szövege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8/11/2025</a:t>
            </a:r>
            <a:endParaRPr lang="en-US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gyenes összekötő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7750205" y="1825625"/>
            <a:ext cx="0" cy="5032375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0" y="1825625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gyenes összekötő 9">
            <a:extLst>
              <a:ext uri="{FF2B5EF4-FFF2-40B4-BE49-F238E27FC236}">
                <a16:creationId xmlns:a16="http://schemas.microsoft.com/office/drawing/2014/main" id="{A39AB141-EFC4-A843-71E7-C52C8709BA26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781639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talom képpel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77072"/>
            <a:ext cx="4958078" cy="1225485"/>
          </a:xfrm>
        </p:spPr>
        <p:txBody>
          <a:bodyPr rtlCol="0" anchor="t"/>
          <a:lstStyle/>
          <a:p>
            <a:pPr rtl="0"/>
            <a:r>
              <a:rPr lang="hu"/>
              <a:t>Mintacím szerkesztése</a:t>
            </a:r>
            <a:endParaRPr lang="en-US" dirty="0"/>
          </a:p>
        </p:txBody>
      </p:sp>
      <p:sp>
        <p:nvSpPr>
          <p:cNvPr id="19" name="Kép helyőrzője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842182"/>
            <a:ext cx="5758172" cy="454645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hu"/>
              <a:t> 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142" y="377072"/>
            <a:ext cx="5558655" cy="5797484"/>
          </a:xfrm>
        </p:spPr>
        <p:txBody>
          <a:bodyPr rtlCol="0"/>
          <a:lstStyle/>
          <a:p>
            <a:pPr lvl="0" rtl="0"/>
            <a:r>
              <a:rPr lang="hu"/>
              <a:t>Mintaszöveg szerkesztése</a:t>
            </a:r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  <a:endParaRPr lang="en-US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 rtlCol="0"/>
          <a:lstStyle/>
          <a:p>
            <a:pPr rtl="0"/>
            <a:r>
              <a:rPr lang="hu"/>
              <a:t>Minta élőláb szövege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8/11/2025</a:t>
            </a:r>
            <a:endParaRPr lang="en-US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gyenes összekötő 6">
            <a:extLst>
              <a:ext uri="{FF2B5EF4-FFF2-40B4-BE49-F238E27FC236}">
                <a16:creationId xmlns:a16="http://schemas.microsoft.com/office/drawing/2014/main" id="{B57362BC-3CD1-D6F5-CB9B-B2AAD7EAD176}"/>
              </a:ext>
            </a:extLst>
          </p:cNvPr>
          <p:cNvCxnSpPr>
            <a:cxnSpLocks/>
          </p:cNvCxnSpPr>
          <p:nvPr/>
        </p:nvCxnSpPr>
        <p:spPr>
          <a:xfrm>
            <a:off x="5758174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0" y="1842182"/>
            <a:ext cx="5758174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959541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talom képpel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7072"/>
            <a:ext cx="4000500" cy="1225485"/>
          </a:xfrm>
        </p:spPr>
        <p:txBody>
          <a:bodyPr rtlCol="0" anchor="t"/>
          <a:lstStyle/>
          <a:p>
            <a:pPr rtl="0"/>
            <a:r>
              <a:rPr lang="hu"/>
              <a:t>Mintacím szerkesztése</a:t>
            </a:r>
            <a:endParaRPr lang="en-US" dirty="0"/>
          </a:p>
        </p:txBody>
      </p:sp>
      <p:sp>
        <p:nvSpPr>
          <p:cNvPr id="19" name="Kép helyőrzője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847087"/>
            <a:ext cx="4922517" cy="4544568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hu"/>
              <a:t> 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8534" y="377072"/>
            <a:ext cx="6141175" cy="5797484"/>
          </a:xfrm>
        </p:spPr>
        <p:txBody>
          <a:bodyPr rtlCol="0"/>
          <a:lstStyle/>
          <a:p>
            <a:pPr lvl="0" rtl="0"/>
            <a:r>
              <a:rPr lang="hu"/>
              <a:t>Mintaszöveg szerkesztése</a:t>
            </a:r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  <a:endParaRPr lang="en-US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 rtlCol="0"/>
          <a:lstStyle/>
          <a:p>
            <a:pPr rtl="0"/>
            <a:r>
              <a:rPr lang="hu"/>
              <a:t>Minta élőláb szövege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8/11/2025</a:t>
            </a:r>
            <a:endParaRPr lang="en-US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0" y="1849497"/>
            <a:ext cx="4648195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gyenes összekötő 6">
            <a:extLst>
              <a:ext uri="{FF2B5EF4-FFF2-40B4-BE49-F238E27FC236}">
                <a16:creationId xmlns:a16="http://schemas.microsoft.com/office/drawing/2014/main" id="{B57362BC-3CD1-D6F5-CB9B-B2AAD7EAD176}"/>
              </a:ext>
            </a:extLst>
          </p:cNvPr>
          <p:cNvCxnSpPr>
            <a:cxnSpLocks/>
          </p:cNvCxnSpPr>
          <p:nvPr/>
        </p:nvCxnSpPr>
        <p:spPr>
          <a:xfrm>
            <a:off x="4922519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0135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talom képpel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407360"/>
            <a:ext cx="3543299" cy="1732820"/>
          </a:xfrm>
        </p:spPr>
        <p:txBody>
          <a:bodyPr rtlCol="0" anchor="t"/>
          <a:lstStyle/>
          <a:p>
            <a:pPr rtl="0"/>
            <a:r>
              <a:rPr lang="hu"/>
              <a:t>Mintacím szerkesztése</a:t>
            </a:r>
            <a:endParaRPr lang="en-US" dirty="0"/>
          </a:p>
        </p:txBody>
      </p:sp>
      <p:sp>
        <p:nvSpPr>
          <p:cNvPr id="19" name="Kép helyőrzője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466598"/>
            <a:ext cx="4460008" cy="3601433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hu"/>
              <a:t> 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2635" y="788704"/>
            <a:ext cx="6730614" cy="5385851"/>
          </a:xfrm>
        </p:spPr>
        <p:txBody>
          <a:bodyPr rtlCol="0"/>
          <a:lstStyle/>
          <a:p>
            <a:pPr lvl="0" rtl="0"/>
            <a:r>
              <a:rPr lang="hu"/>
              <a:t>Mintaszöveg szerkesztése</a:t>
            </a:r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  <a:endParaRPr lang="en-US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543300" cy="365125"/>
          </a:xfrm>
        </p:spPr>
        <p:txBody>
          <a:bodyPr rtlCol="0"/>
          <a:lstStyle/>
          <a:p>
            <a:pPr rtl="0"/>
            <a:r>
              <a:rPr lang="hu"/>
              <a:t>Minta élőláb szövege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8/11/2025</a:t>
            </a:r>
            <a:endParaRPr lang="en-US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0" y="4068031"/>
            <a:ext cx="4460008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gyenes összekötő 6">
            <a:extLst>
              <a:ext uri="{FF2B5EF4-FFF2-40B4-BE49-F238E27FC236}">
                <a16:creationId xmlns:a16="http://schemas.microsoft.com/office/drawing/2014/main" id="{B57362BC-3CD1-D6F5-CB9B-B2AAD7EAD176}"/>
              </a:ext>
            </a:extLst>
          </p:cNvPr>
          <p:cNvCxnSpPr>
            <a:cxnSpLocks/>
          </p:cNvCxnSpPr>
          <p:nvPr/>
        </p:nvCxnSpPr>
        <p:spPr>
          <a:xfrm>
            <a:off x="4460008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gyenes összekötő 9">
            <a:extLst>
              <a:ext uri="{FF2B5EF4-FFF2-40B4-BE49-F238E27FC236}">
                <a16:creationId xmlns:a16="http://schemas.microsoft.com/office/drawing/2014/main" id="{440D58D1-F636-9620-582E-41FBB707092B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896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gy szá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églalap 5">
            <a:extLst>
              <a:ext uri="{FF2B5EF4-FFF2-40B4-BE49-F238E27FC236}">
                <a16:creationId xmlns:a16="http://schemas.microsoft.com/office/drawing/2014/main" id="{891F6A87-CC7B-D4BD-1F6A-C3948971C39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8720" y="5264780"/>
            <a:ext cx="9811512" cy="109728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110000"/>
              </a:lnSpc>
              <a:defRPr lang="en-US" sz="2800" cap="all" spc="100" baseline="0" dirty="0">
                <a:solidFill>
                  <a:schemeClr val="tx2">
                    <a:lumMod val="9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hu"/>
              <a:t>Kattintson ide a mintacím stílusainak szerkesztéséhez</a:t>
            </a:r>
          </a:p>
        </p:txBody>
      </p:sp>
      <p:sp>
        <p:nvSpPr>
          <p:cNvPr id="7" name="Tartalom helye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676656"/>
            <a:ext cx="11201400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7800" dirty="0">
                <a:solidFill>
                  <a:schemeClr val="tx2">
                    <a:lumMod val="90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hu"/>
              <a:t>##%</a:t>
            </a:r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hu"/>
              <a:t>Minta élőláb szövege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8/11/2025</a:t>
            </a:r>
            <a:endParaRPr lang="en-US" dirty="0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Egyenes összekötő 9">
            <a:extLst>
              <a:ext uri="{FF2B5EF4-FFF2-40B4-BE49-F238E27FC236}">
                <a16:creationId xmlns:a16="http://schemas.microsoft.com/office/drawing/2014/main" id="{85ADE133-B5D6-A1C0-6BC9-C723D008EC0E}"/>
              </a:ext>
            </a:extLst>
          </p:cNvPr>
          <p:cNvCxnSpPr>
            <a:cxnSpLocks/>
          </p:cNvCxnSpPr>
          <p:nvPr/>
        </p:nvCxnSpPr>
        <p:spPr>
          <a:xfrm flipH="1">
            <a:off x="0" y="501866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83896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gy szá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églalap 8">
            <a:extLst>
              <a:ext uri="{FF2B5EF4-FFF2-40B4-BE49-F238E27FC236}">
                <a16:creationId xmlns:a16="http://schemas.microsoft.com/office/drawing/2014/main" id="{FEF9816A-24DB-A6D2-3F39-E78DC5E1C2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6196" y="5248656"/>
            <a:ext cx="10579608" cy="896112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110000"/>
              </a:lnSpc>
              <a:defRPr lang="en-US" sz="2400" cap="all" spc="200" baseline="0" dirty="0">
                <a:solidFill>
                  <a:schemeClr val="accent4">
                    <a:lumMod val="7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hu"/>
              <a:t>Kattintson ide a mintacím stílusainak szerkesztéséhez</a:t>
            </a:r>
          </a:p>
        </p:txBody>
      </p:sp>
      <p:sp>
        <p:nvSpPr>
          <p:cNvPr id="7" name="Tartalom helye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5300" y="603504"/>
            <a:ext cx="11201400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7800" dirty="0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hu"/>
              <a:t>##%</a:t>
            </a:r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hu"/>
              <a:t>Minta élőláb szövege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8/11/2025</a:t>
            </a:r>
            <a:endParaRPr lang="en-US" dirty="0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64C657CA-BC15-CFB3-68A2-CD405FBC42E3}"/>
              </a:ext>
            </a:extLst>
          </p:cNvPr>
          <p:cNvCxnSpPr>
            <a:cxnSpLocks/>
          </p:cNvCxnSpPr>
          <p:nvPr/>
        </p:nvCxnSpPr>
        <p:spPr>
          <a:xfrm flipH="1">
            <a:off x="0" y="5018669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C2258A7C-B0B2-E98B-CC50-E513F3F96778}"/>
              </a:ext>
            </a:extLst>
          </p:cNvPr>
          <p:cNvCxnSpPr>
            <a:cxnSpLocks/>
          </p:cNvCxnSpPr>
          <p:nvPr/>
        </p:nvCxnSpPr>
        <p:spPr>
          <a:xfrm flipH="1">
            <a:off x="0" y="6396171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93906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gy szám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églalap 5">
            <a:extLst>
              <a:ext uri="{FF2B5EF4-FFF2-40B4-BE49-F238E27FC236}">
                <a16:creationId xmlns:a16="http://schemas.microsoft.com/office/drawing/2014/main" id="{5FDE1DC1-9689-2EE3-E7BA-1B5865E6992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18209" y="5095152"/>
            <a:ext cx="8755582" cy="1397088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120000"/>
              </a:lnSpc>
              <a:defRPr lang="en-US" sz="2600" cap="all" spc="100" baseline="0" dirty="0">
                <a:solidFill>
                  <a:schemeClr val="accent4"/>
                </a:solidFill>
                <a:latin typeface="+mn-lt"/>
              </a:defRPr>
            </a:lvl1pPr>
          </a:lstStyle>
          <a:p>
            <a:pPr lvl="0" rtl="0"/>
            <a:r>
              <a:rPr lang="hu"/>
              <a:t>Kattintson ide a mintacím stílusainak szerkesztéséhez</a:t>
            </a:r>
          </a:p>
        </p:txBody>
      </p:sp>
      <p:sp>
        <p:nvSpPr>
          <p:cNvPr id="7" name="Tartalom helye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15924" y="604476"/>
            <a:ext cx="10360152" cy="38862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6000" dirty="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hu"/>
              <a:t>##%</a:t>
            </a:r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949302" cy="365125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hu"/>
              <a:t>Minta élőláb szövege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8/11/2025</a:t>
            </a:r>
            <a:endParaRPr lang="en-US" dirty="0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C4E840B4-4A86-E59D-DE37-6D68E8998743}"/>
              </a:ext>
            </a:extLst>
          </p:cNvPr>
          <p:cNvCxnSpPr>
            <a:cxnSpLocks/>
          </p:cNvCxnSpPr>
          <p:nvPr/>
        </p:nvCxnSpPr>
        <p:spPr>
          <a:xfrm flipH="1">
            <a:off x="0" y="4800185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gyenes összekötő 9">
            <a:extLst>
              <a:ext uri="{FF2B5EF4-FFF2-40B4-BE49-F238E27FC236}">
                <a16:creationId xmlns:a16="http://schemas.microsoft.com/office/drawing/2014/main" id="{374C1874-713F-9C70-0910-15468C71D94B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gyenes összekötő 10">
            <a:extLst>
              <a:ext uri="{FF2B5EF4-FFF2-40B4-BE49-F238E27FC236}">
                <a16:creationId xmlns:a16="http://schemas.microsoft.com/office/drawing/2014/main" id="{FFE3C4BC-AB49-4B2D-6D76-2DB06F19B146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21904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gy szám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églalap 8">
            <a:extLst>
              <a:ext uri="{FF2B5EF4-FFF2-40B4-BE49-F238E27FC236}">
                <a16:creationId xmlns:a16="http://schemas.microsoft.com/office/drawing/2014/main" id="{7F5F8892-F2ED-BFCA-E7AB-85D6D27E499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809744"/>
            <a:ext cx="10817352" cy="132588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defRPr lang="en-US" sz="2400" cap="all" spc="200" baseline="0" dirty="0">
                <a:solidFill>
                  <a:schemeClr val="tx2">
                    <a:alpha val="9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hu"/>
              <a:t>Kattintson ide a mintacím stílusainak szerkesztéséhez</a:t>
            </a:r>
          </a:p>
        </p:txBody>
      </p:sp>
      <p:sp>
        <p:nvSpPr>
          <p:cNvPr id="7" name="Tartalom helye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603504"/>
            <a:ext cx="10817352" cy="38862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26000" dirty="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hu"/>
              <a:t>##%</a:t>
            </a:r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hu"/>
              <a:t>Minta élőláb szövege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8/11/2025</a:t>
            </a:r>
            <a:endParaRPr lang="en-US" dirty="0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FBC03FAC-E732-2A29-931B-DF10E16576A9}"/>
              </a:ext>
            </a:extLst>
          </p:cNvPr>
          <p:cNvCxnSpPr>
            <a:cxnSpLocks/>
          </p:cNvCxnSpPr>
          <p:nvPr/>
        </p:nvCxnSpPr>
        <p:spPr>
          <a:xfrm flipH="1">
            <a:off x="0" y="4567063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22EAA9EA-F053-9082-1866-9E27466BAA2B}"/>
              </a:ext>
            </a:extLst>
          </p:cNvPr>
          <p:cNvCxnSpPr>
            <a:cxnSpLocks/>
          </p:cNvCxnSpPr>
          <p:nvPr/>
        </p:nvCxnSpPr>
        <p:spPr>
          <a:xfrm flipH="1">
            <a:off x="0" y="6396171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gyenes összekötő 11">
            <a:extLst>
              <a:ext uri="{FF2B5EF4-FFF2-40B4-BE49-F238E27FC236}">
                <a16:creationId xmlns:a16="http://schemas.microsoft.com/office/drawing/2014/main" id="{C4634D08-FFFD-5C50-9C95-E26621C9F10B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89911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ivon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églalap 5">
            <a:extLst>
              <a:ext uri="{FF2B5EF4-FFF2-40B4-BE49-F238E27FC236}">
                <a16:creationId xmlns:a16="http://schemas.microsoft.com/office/drawing/2014/main" id="{55FB4D75-C478-D736-9A5A-B64DEA2410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r>
              <a:rPr lang="hu"/>
              <a:t>Mintacím szerkesztése</a:t>
            </a:r>
            <a:endParaRPr lang="en-US" dirty="0"/>
          </a:p>
        </p:txBody>
      </p:sp>
      <p:sp>
        <p:nvSpPr>
          <p:cNvPr id="7" name="Tartalom helye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93103" y="1493520"/>
            <a:ext cx="8805794" cy="3911600"/>
          </a:xfrm>
        </p:spPr>
        <p:txBody>
          <a:bodyPr rtlCol="0"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5400" b="0">
                <a:solidFill>
                  <a:schemeClr val="tx2"/>
                </a:solidFill>
                <a:latin typeface="+mj-lt"/>
              </a:defRPr>
            </a:lvl1pPr>
            <a:lvl2pPr marL="228600" indent="0" algn="ctr">
              <a:lnSpc>
                <a:spcPct val="110000"/>
              </a:lnSpc>
              <a:buNone/>
              <a:defRPr sz="4800" b="0">
                <a:solidFill>
                  <a:schemeClr val="tx2"/>
                </a:solidFill>
                <a:latin typeface="+mj-lt"/>
              </a:defRPr>
            </a:lvl2pPr>
            <a:lvl3pPr marL="457200" indent="0" algn="ctr">
              <a:lnSpc>
                <a:spcPct val="110000"/>
              </a:lnSpc>
              <a:buNone/>
              <a:defRPr sz="4400" b="0">
                <a:solidFill>
                  <a:schemeClr val="tx2"/>
                </a:solidFill>
                <a:latin typeface="+mj-lt"/>
              </a:defRPr>
            </a:lvl3pPr>
            <a:lvl4pPr marL="685800" indent="0" algn="ctr">
              <a:lnSpc>
                <a:spcPct val="110000"/>
              </a:lnSpc>
              <a:buNone/>
              <a:defRPr sz="4000" b="0">
                <a:solidFill>
                  <a:schemeClr val="tx2"/>
                </a:solidFill>
                <a:latin typeface="+mj-lt"/>
              </a:defRPr>
            </a:lvl4pPr>
            <a:lvl5pPr marL="914400" indent="0" algn="ctr">
              <a:lnSpc>
                <a:spcPct val="110000"/>
              </a:lnSpc>
              <a:buNone/>
              <a:defRPr sz="3600" b="0">
                <a:solidFill>
                  <a:schemeClr val="tx2"/>
                </a:solidFill>
                <a:latin typeface="+mj-lt"/>
              </a:defRPr>
            </a:lvl5pPr>
          </a:lstStyle>
          <a:p>
            <a:pPr lvl="0" rtl="0"/>
            <a:r>
              <a:rPr lang="hu"/>
              <a:t>Kattintson ide a kivonat szerkesztéséhez</a:t>
            </a:r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949302" cy="365125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hu"/>
              <a:t>Minta élőláb szövege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8/11/2025</a:t>
            </a:r>
            <a:endParaRPr lang="en-US" dirty="0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6C547212-589F-3A5C-2FF7-4E576B86E3A3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gyenes összekötő 9">
            <a:extLst>
              <a:ext uri="{FF2B5EF4-FFF2-40B4-BE49-F238E27FC236}">
                <a16:creationId xmlns:a16="http://schemas.microsoft.com/office/drawing/2014/main" id="{440E2472-A2D0-B3C4-1592-E709B2EC9AD6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gyenes összekötő 10">
            <a:extLst>
              <a:ext uri="{FF2B5EF4-FFF2-40B4-BE49-F238E27FC236}">
                <a16:creationId xmlns:a16="http://schemas.microsoft.com/office/drawing/2014/main" id="{2F95E0B8-C6C3-8095-D53F-FB618E39D7CE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gyenes összekötő 11">
            <a:extLst>
              <a:ext uri="{FF2B5EF4-FFF2-40B4-BE49-F238E27FC236}">
                <a16:creationId xmlns:a16="http://schemas.microsoft.com/office/drawing/2014/main" id="{DAD2DF78-237E-1E21-906C-273460F55F55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64983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Kivona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églalap 10">
            <a:extLst>
              <a:ext uri="{FF2B5EF4-FFF2-40B4-BE49-F238E27FC236}">
                <a16:creationId xmlns:a16="http://schemas.microsoft.com/office/drawing/2014/main" id="{AEFC0D0B-DA30-766C-173E-0170DEC1DFE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r>
              <a:rPr lang="hu"/>
              <a:t>Mintacím szerkesztése</a:t>
            </a:r>
            <a:endParaRPr lang="en-US" dirty="0"/>
          </a:p>
        </p:txBody>
      </p:sp>
      <p:sp>
        <p:nvSpPr>
          <p:cNvPr id="7" name="Tartalom helye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50676" y="1069677"/>
            <a:ext cx="9290649" cy="4744528"/>
          </a:xfrm>
        </p:spPr>
        <p:txBody>
          <a:bodyPr rtlCol="0" anchor="ctr">
            <a:normAutofit/>
          </a:bodyPr>
          <a:lstStyle>
            <a:lvl1pPr marL="0" indent="0" algn="ctr">
              <a:lnSpc>
                <a:spcPct val="120000"/>
              </a:lnSpc>
              <a:buNone/>
              <a:defRPr sz="4000" b="0" cap="all" spc="260" baseline="0">
                <a:solidFill>
                  <a:schemeClr val="tx2"/>
                </a:solidFill>
              </a:defRPr>
            </a:lvl1pPr>
            <a:lvl2pPr marL="228600" indent="0" algn="ctr">
              <a:lnSpc>
                <a:spcPct val="120000"/>
              </a:lnSpc>
              <a:buNone/>
              <a:defRPr sz="4000" b="0" cap="all" spc="260" baseline="0">
                <a:solidFill>
                  <a:schemeClr val="tx2"/>
                </a:solidFill>
              </a:defRPr>
            </a:lvl2pPr>
            <a:lvl3pPr marL="457200" indent="0" algn="ctr">
              <a:lnSpc>
                <a:spcPct val="120000"/>
              </a:lnSpc>
              <a:buNone/>
              <a:defRPr sz="4000" b="0" cap="all" spc="260" baseline="0">
                <a:solidFill>
                  <a:schemeClr val="tx2"/>
                </a:solidFill>
              </a:defRPr>
            </a:lvl3pPr>
            <a:lvl4pPr marL="685800" indent="0" algn="ctr">
              <a:lnSpc>
                <a:spcPct val="120000"/>
              </a:lnSpc>
              <a:buNone/>
              <a:defRPr sz="4000" b="0" cap="all" spc="260" baseline="0">
                <a:solidFill>
                  <a:schemeClr val="tx2"/>
                </a:solidFill>
              </a:defRPr>
            </a:lvl4pPr>
            <a:lvl5pPr marL="914400" indent="0" algn="ctr">
              <a:lnSpc>
                <a:spcPct val="120000"/>
              </a:lnSpc>
              <a:buNone/>
              <a:defRPr sz="4000" b="0" cap="all" spc="260" baseline="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hu"/>
              <a:t>Kattintson ide a kivonat szerkesztéséhez</a:t>
            </a:r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949302" cy="365125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hu"/>
              <a:t>Minta élőláb szövege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8/11/2025</a:t>
            </a:r>
            <a:endParaRPr lang="en-US" dirty="0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6D749579-0FDB-004C-88C7-AEAFA967138F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7236D2D7-1E6C-18EB-97E2-3C716E213514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CC134195-89D3-0A49-21C0-FCE233C5FA6B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gyenes összekötő 9">
            <a:extLst>
              <a:ext uri="{FF2B5EF4-FFF2-40B4-BE49-F238E27FC236}">
                <a16:creationId xmlns:a16="http://schemas.microsoft.com/office/drawing/2014/main" id="{9A06AC78-B01D-B856-062B-5BDFA424140A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9582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ivona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églalap 5">
            <a:extLst>
              <a:ext uri="{FF2B5EF4-FFF2-40B4-BE49-F238E27FC236}">
                <a16:creationId xmlns:a16="http://schemas.microsoft.com/office/drawing/2014/main" id="{A54B8B42-1FAE-0461-C13E-F2663EC890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40000"/>
              <a:lumOff val="60000"/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 rtlCol="0"/>
          <a:lstStyle/>
          <a:p>
            <a:pPr rtl="0"/>
            <a:r>
              <a:rPr lang="hu"/>
              <a:t>Mintacím szerkesztése</a:t>
            </a:r>
            <a:endParaRPr lang="en-US" dirty="0"/>
          </a:p>
        </p:txBody>
      </p:sp>
      <p:sp>
        <p:nvSpPr>
          <p:cNvPr id="7" name="Tartalom helye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93103" y="1493520"/>
            <a:ext cx="8805794" cy="3911600"/>
          </a:xfrm>
        </p:spPr>
        <p:txBody>
          <a:bodyPr rtlCol="0"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5400" b="0">
                <a:solidFill>
                  <a:schemeClr val="tx2">
                    <a:alpha val="90000"/>
                  </a:schemeClr>
                </a:solidFill>
                <a:latin typeface="+mj-lt"/>
              </a:defRPr>
            </a:lvl1pPr>
            <a:lvl2pPr marL="228600" indent="0" algn="ctr">
              <a:lnSpc>
                <a:spcPct val="110000"/>
              </a:lnSpc>
              <a:buNone/>
              <a:defRPr sz="4800" b="0">
                <a:solidFill>
                  <a:schemeClr val="tx2">
                    <a:alpha val="90000"/>
                  </a:schemeClr>
                </a:solidFill>
                <a:latin typeface="+mj-lt"/>
              </a:defRPr>
            </a:lvl2pPr>
            <a:lvl3pPr marL="457200" indent="0" algn="ctr">
              <a:lnSpc>
                <a:spcPct val="110000"/>
              </a:lnSpc>
              <a:buNone/>
              <a:defRPr sz="4400" b="0">
                <a:solidFill>
                  <a:schemeClr val="tx2">
                    <a:alpha val="90000"/>
                  </a:schemeClr>
                </a:solidFill>
                <a:latin typeface="+mj-lt"/>
              </a:defRPr>
            </a:lvl3pPr>
            <a:lvl4pPr marL="685800" indent="0" algn="ctr">
              <a:lnSpc>
                <a:spcPct val="110000"/>
              </a:lnSpc>
              <a:buNone/>
              <a:defRPr sz="4000" b="0">
                <a:solidFill>
                  <a:schemeClr val="tx2">
                    <a:alpha val="90000"/>
                  </a:schemeClr>
                </a:solidFill>
                <a:latin typeface="+mj-lt"/>
              </a:defRPr>
            </a:lvl4pPr>
            <a:lvl5pPr marL="914400" indent="0" algn="ctr">
              <a:lnSpc>
                <a:spcPct val="110000"/>
              </a:lnSpc>
              <a:buNone/>
              <a:defRPr sz="3600" b="0">
                <a:solidFill>
                  <a:schemeClr val="tx2">
                    <a:alpha val="90000"/>
                  </a:schemeClr>
                </a:solidFill>
                <a:latin typeface="+mj-lt"/>
              </a:defRPr>
            </a:lvl5pPr>
          </a:lstStyle>
          <a:p>
            <a:pPr lvl="0" rtl="0"/>
            <a:r>
              <a:rPr lang="hu"/>
              <a:t>Kattintson ide a kivonat szerkesztéséhez</a:t>
            </a:r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949302" cy="365125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hu"/>
              <a:t>Minta élőláb szövege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8/11/2025</a:t>
            </a:r>
            <a:endParaRPr lang="en-US" dirty="0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6C547212-589F-3A5C-2FF7-4E576B86E3A3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bg2"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gyenes összekötő 9">
            <a:extLst>
              <a:ext uri="{FF2B5EF4-FFF2-40B4-BE49-F238E27FC236}">
                <a16:creationId xmlns:a16="http://schemas.microsoft.com/office/drawing/2014/main" id="{440E2472-A2D0-B3C4-1592-E709B2EC9AD6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bg2"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gyenes összekötő 10">
            <a:extLst>
              <a:ext uri="{FF2B5EF4-FFF2-40B4-BE49-F238E27FC236}">
                <a16:creationId xmlns:a16="http://schemas.microsoft.com/office/drawing/2014/main" id="{2F95E0B8-C6C3-8095-D53F-FB618E39D7CE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bg2"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gyenes összekötő 11">
            <a:extLst>
              <a:ext uri="{FF2B5EF4-FFF2-40B4-BE49-F238E27FC236}">
                <a16:creationId xmlns:a16="http://schemas.microsoft.com/office/drawing/2014/main" id="{DAD2DF78-237E-1E21-906C-273460F55F55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bg2"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35519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ivona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églalap 8">
            <a:extLst>
              <a:ext uri="{FF2B5EF4-FFF2-40B4-BE49-F238E27FC236}">
                <a16:creationId xmlns:a16="http://schemas.microsoft.com/office/drawing/2014/main" id="{FEAF5849-739D-C101-47C3-B7745B65C36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40000"/>
              <a:lumOff val="60000"/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 rtlCol="0"/>
          <a:lstStyle/>
          <a:p>
            <a:pPr rtl="0"/>
            <a:r>
              <a:rPr lang="hu"/>
              <a:t>Mintacím szerkesztése</a:t>
            </a:r>
            <a:endParaRPr lang="en-US" dirty="0"/>
          </a:p>
        </p:txBody>
      </p:sp>
      <p:sp>
        <p:nvSpPr>
          <p:cNvPr id="7" name="Tartalom helye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1" y="726618"/>
            <a:ext cx="9057452" cy="3959677"/>
          </a:xfrm>
        </p:spPr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sz="6200" b="0">
                <a:solidFill>
                  <a:schemeClr val="tx2">
                    <a:alpha val="90000"/>
                  </a:schemeClr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6200" b="0">
                <a:solidFill>
                  <a:schemeClr val="tx2">
                    <a:alpha val="90000"/>
                  </a:schemeClr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6200" b="0">
                <a:solidFill>
                  <a:schemeClr val="tx2">
                    <a:alpha val="90000"/>
                  </a:schemeClr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6200" b="0">
                <a:solidFill>
                  <a:schemeClr val="tx2">
                    <a:alpha val="90000"/>
                  </a:schemeClr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6200" b="0">
                <a:solidFill>
                  <a:schemeClr val="tx2">
                    <a:alpha val="90000"/>
                  </a:schemeClr>
                </a:solidFill>
                <a:latin typeface="+mj-lt"/>
              </a:defRPr>
            </a:lvl5pPr>
          </a:lstStyle>
          <a:p>
            <a:pPr lvl="0" rtl="0"/>
            <a:r>
              <a:rPr lang="hu"/>
              <a:t>Kattintson ide a kivonat szerkesztéséhez</a:t>
            </a:r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hu"/>
              <a:t>Minta élőláb szövege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8/11/2025</a:t>
            </a:r>
            <a:endParaRPr lang="en-US" dirty="0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7E668AFA-4F03-20A8-1BA4-B3199B0ED0C7}"/>
              </a:ext>
            </a:extLst>
          </p:cNvPr>
          <p:cNvCxnSpPr>
            <a:cxnSpLocks/>
          </p:cNvCxnSpPr>
          <p:nvPr/>
        </p:nvCxnSpPr>
        <p:spPr>
          <a:xfrm flipH="1">
            <a:off x="0" y="528468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22798B79-8105-6FCD-C65A-F6BE09F875EB}"/>
              </a:ext>
            </a:extLst>
          </p:cNvPr>
          <p:cNvCxnSpPr>
            <a:cxnSpLocks/>
          </p:cNvCxnSpPr>
          <p:nvPr/>
        </p:nvCxnSpPr>
        <p:spPr>
          <a:xfrm>
            <a:off x="10624726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15801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déz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églalap 6">
            <a:extLst>
              <a:ext uri="{FF2B5EF4-FFF2-40B4-BE49-F238E27FC236}">
                <a16:creationId xmlns:a16="http://schemas.microsoft.com/office/drawing/2014/main" id="{947DCC75-46A1-9953-9459-89672E9805A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2100" y="5549186"/>
            <a:ext cx="9199563" cy="653184"/>
          </a:xfrm>
        </p:spPr>
        <p:txBody>
          <a:bodyPr rtlCol="0" anchor="ctr">
            <a:normAutofit/>
          </a:bodyPr>
          <a:lstStyle>
            <a:lvl1pPr>
              <a:lnSpc>
                <a:spcPct val="120000"/>
              </a:lnSpc>
              <a:defRPr sz="1800" b="1" cap="all" spc="100" baseline="0">
                <a:solidFill>
                  <a:schemeClr val="accent4">
                    <a:lumMod val="75000"/>
                  </a:schemeClr>
                </a:solidFill>
                <a:latin typeface="+mn-lt"/>
              </a:defRPr>
            </a:lvl1pPr>
          </a:lstStyle>
          <a:p>
            <a:pPr rtl="0"/>
            <a:r>
              <a:rPr lang="hu"/>
              <a:t>Idézet szerzője</a:t>
            </a:r>
          </a:p>
        </p:txBody>
      </p:sp>
      <p:sp>
        <p:nvSpPr>
          <p:cNvPr id="10" name="Tartalom helye 9">
            <a:extLst>
              <a:ext uri="{FF2B5EF4-FFF2-40B4-BE49-F238E27FC236}">
                <a16:creationId xmlns:a16="http://schemas.microsoft.com/office/drawing/2014/main" id="{636EB602-83B2-B4EE-7805-FB94B774766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562100" y="823913"/>
            <a:ext cx="9199563" cy="3614737"/>
          </a:xfrm>
        </p:spPr>
        <p:txBody>
          <a:bodyPr rtlCol="0" anchor="ctr">
            <a:normAutofit/>
          </a:bodyPr>
          <a:lstStyle>
            <a:lvl1pPr marL="182880" indent="-182880">
              <a:buNone/>
              <a:defRPr sz="4000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hu"/>
              <a:t>Kattintson ide az idézet szerkesztéséhez</a:t>
            </a:r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" y="6445997"/>
            <a:ext cx="3949302" cy="365125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hu"/>
              <a:t>Minta élőláb szövege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8/11/2025</a:t>
            </a:r>
            <a:endParaRPr lang="en-US" dirty="0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741338F2-C5CE-45A7-7748-138B348BA1E7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A14CFB94-8AB3-65DB-0B12-EC4F7DAAEBF7}"/>
              </a:ext>
            </a:extLst>
          </p:cNvPr>
          <p:cNvCxnSpPr>
            <a:cxnSpLocks/>
          </p:cNvCxnSpPr>
          <p:nvPr/>
        </p:nvCxnSpPr>
        <p:spPr>
          <a:xfrm flipH="1">
            <a:off x="0" y="5043721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55460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déze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églalap 5">
            <a:extLst>
              <a:ext uri="{FF2B5EF4-FFF2-40B4-BE49-F238E27FC236}">
                <a16:creationId xmlns:a16="http://schemas.microsoft.com/office/drawing/2014/main" id="{3C0E8326-1507-F48A-851B-53763210D1E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2100" y="5549186"/>
            <a:ext cx="7900414" cy="653184"/>
          </a:xfrm>
        </p:spPr>
        <p:txBody>
          <a:bodyPr rtlCol="0" anchor="ctr">
            <a:normAutofit/>
          </a:bodyPr>
          <a:lstStyle>
            <a:lvl1pPr>
              <a:lnSpc>
                <a:spcPct val="120000"/>
              </a:lnSpc>
              <a:defRPr sz="1800" b="1" cap="all" spc="10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rtl="0"/>
            <a:r>
              <a:rPr lang="hu"/>
              <a:t>Idézet szerzője</a:t>
            </a:r>
          </a:p>
        </p:txBody>
      </p:sp>
      <p:sp>
        <p:nvSpPr>
          <p:cNvPr id="10" name="Tartalom helye 9">
            <a:extLst>
              <a:ext uri="{FF2B5EF4-FFF2-40B4-BE49-F238E27FC236}">
                <a16:creationId xmlns:a16="http://schemas.microsoft.com/office/drawing/2014/main" id="{636EB602-83B2-B4EE-7805-FB94B774766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562100" y="823913"/>
            <a:ext cx="7900416" cy="3614737"/>
          </a:xfrm>
        </p:spPr>
        <p:txBody>
          <a:bodyPr rtlCol="0" anchor="ctr">
            <a:normAutofit/>
          </a:bodyPr>
          <a:lstStyle>
            <a:lvl1pPr marL="182880" indent="-182880">
              <a:buNone/>
              <a:defRPr sz="4000">
                <a:solidFill>
                  <a:schemeClr val="tx2">
                    <a:alpha val="80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hu"/>
              <a:t>Kattintson ide az idézet szerkesztéséhez</a:t>
            </a:r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hu"/>
              <a:t>Minta élőláb szövege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8/11/2025</a:t>
            </a:r>
            <a:endParaRPr lang="en-US" dirty="0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Egyenes összekötő 6">
            <a:extLst>
              <a:ext uri="{FF2B5EF4-FFF2-40B4-BE49-F238E27FC236}">
                <a16:creationId xmlns:a16="http://schemas.microsoft.com/office/drawing/2014/main" id="{207475CC-2E7D-619F-AFAD-0EB2BC1DFC40}"/>
              </a:ext>
            </a:extLst>
          </p:cNvPr>
          <p:cNvCxnSpPr>
            <a:cxnSpLocks/>
          </p:cNvCxnSpPr>
          <p:nvPr/>
        </p:nvCxnSpPr>
        <p:spPr>
          <a:xfrm flipH="1">
            <a:off x="0" y="5043721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AD81F4D6-9057-EF87-48BE-0C6D4ADC8BC6}"/>
              </a:ext>
            </a:extLst>
          </p:cNvPr>
          <p:cNvCxnSpPr>
            <a:cxnSpLocks/>
          </p:cNvCxnSpPr>
          <p:nvPr/>
        </p:nvCxnSpPr>
        <p:spPr>
          <a:xfrm>
            <a:off x="10337077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79165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déze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églalap 6">
            <a:extLst>
              <a:ext uri="{FF2B5EF4-FFF2-40B4-BE49-F238E27FC236}">
                <a16:creationId xmlns:a16="http://schemas.microsoft.com/office/drawing/2014/main" id="{A8407D4A-1244-6A47-327B-CDB05AF702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2100" y="5549186"/>
            <a:ext cx="7982709" cy="653184"/>
          </a:xfrm>
        </p:spPr>
        <p:txBody>
          <a:bodyPr rtlCol="0" anchor="ctr">
            <a:normAutofit/>
          </a:bodyPr>
          <a:lstStyle>
            <a:lvl1pPr>
              <a:lnSpc>
                <a:spcPct val="120000"/>
              </a:lnSpc>
              <a:defRPr sz="1800" b="1" cap="all" spc="100" baseline="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r>
              <a:rPr lang="hu"/>
              <a:t>Idézet szerzője</a:t>
            </a:r>
          </a:p>
        </p:txBody>
      </p:sp>
      <p:sp>
        <p:nvSpPr>
          <p:cNvPr id="10" name="Tartalom helye 9">
            <a:extLst>
              <a:ext uri="{FF2B5EF4-FFF2-40B4-BE49-F238E27FC236}">
                <a16:creationId xmlns:a16="http://schemas.microsoft.com/office/drawing/2014/main" id="{636EB602-83B2-B4EE-7805-FB94B774766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562100" y="823913"/>
            <a:ext cx="7982712" cy="3614737"/>
          </a:xfrm>
        </p:spPr>
        <p:txBody>
          <a:bodyPr rtlCol="0" anchor="ctr">
            <a:normAutofit/>
          </a:bodyPr>
          <a:lstStyle>
            <a:lvl1pPr marL="182880" indent="-182880">
              <a:buNone/>
              <a:defRPr sz="3600">
                <a:solidFill>
                  <a:schemeClr val="tx2"/>
                </a:solidFill>
                <a:latin typeface="+mj-lt"/>
              </a:defRPr>
            </a:lvl1pPr>
          </a:lstStyle>
          <a:p>
            <a:pPr lvl="0" rtl="0"/>
            <a:r>
              <a:rPr lang="hu"/>
              <a:t>Kattintson ide az idézet szerkesztéséhez</a:t>
            </a:r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949302" cy="365125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hu"/>
              <a:t>Minta élőláb szövege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8/11/2025</a:t>
            </a:r>
            <a:endParaRPr lang="en-US" dirty="0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DBA83050-F737-4CAA-50C3-B1912F8DCD46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ABAC790E-B990-47FD-A7C4-38DEB7A38CA4}"/>
              </a:ext>
            </a:extLst>
          </p:cNvPr>
          <p:cNvCxnSpPr>
            <a:cxnSpLocks/>
          </p:cNvCxnSpPr>
          <p:nvPr/>
        </p:nvCxnSpPr>
        <p:spPr>
          <a:xfrm flipH="1">
            <a:off x="0" y="5043721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gyenes összekötő 10">
            <a:extLst>
              <a:ext uri="{FF2B5EF4-FFF2-40B4-BE49-F238E27FC236}">
                <a16:creationId xmlns:a16="http://schemas.microsoft.com/office/drawing/2014/main" id="{82CD9DAA-71D0-AF79-A512-7D264779C222}"/>
              </a:ext>
            </a:extLst>
          </p:cNvPr>
          <p:cNvCxnSpPr>
            <a:cxnSpLocks/>
          </p:cNvCxnSpPr>
          <p:nvPr/>
        </p:nvCxnSpPr>
        <p:spPr>
          <a:xfrm>
            <a:off x="10337077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20105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déze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églalap 5">
            <a:extLst>
              <a:ext uri="{FF2B5EF4-FFF2-40B4-BE49-F238E27FC236}">
                <a16:creationId xmlns:a16="http://schemas.microsoft.com/office/drawing/2014/main" id="{FB63E278-755B-41D3-7218-B797D9B5DF3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5488" y="4893472"/>
            <a:ext cx="8019287" cy="1205575"/>
          </a:xfrm>
        </p:spPr>
        <p:txBody>
          <a:bodyPr rtlCol="0" anchor="t">
            <a:normAutofit/>
          </a:bodyPr>
          <a:lstStyle>
            <a:lvl1pPr>
              <a:lnSpc>
                <a:spcPct val="120000"/>
              </a:lnSpc>
              <a:defRPr sz="1800" b="1" cap="all" spc="100" baseline="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r>
              <a:rPr lang="hu"/>
              <a:t>Idézet szerzője</a:t>
            </a:r>
          </a:p>
        </p:txBody>
      </p:sp>
      <p:sp>
        <p:nvSpPr>
          <p:cNvPr id="10" name="Tartalom helye 9">
            <a:extLst>
              <a:ext uri="{FF2B5EF4-FFF2-40B4-BE49-F238E27FC236}">
                <a16:creationId xmlns:a16="http://schemas.microsoft.com/office/drawing/2014/main" id="{636EB602-83B2-B4EE-7805-FB94B774766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5488" y="594360"/>
            <a:ext cx="8019288" cy="3236976"/>
          </a:xfrm>
        </p:spPr>
        <p:txBody>
          <a:bodyPr rtlCol="0" anchor="b">
            <a:normAutofit/>
          </a:bodyPr>
          <a:lstStyle>
            <a:lvl1pPr marL="182880" indent="-182880">
              <a:buNone/>
              <a:defRPr sz="3600">
                <a:latin typeface="+mj-lt"/>
              </a:defRPr>
            </a:lvl1pPr>
          </a:lstStyle>
          <a:p>
            <a:pPr lvl="0" rtl="0"/>
            <a:r>
              <a:rPr lang="hu"/>
              <a:t>Kattintson ide az idézet szerkesztéséhez</a:t>
            </a:r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hu"/>
              <a:t>Minta élőláb szövege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8/11/2025</a:t>
            </a:r>
            <a:endParaRPr lang="en-US" dirty="0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Egyenes összekötő 6">
            <a:extLst>
              <a:ext uri="{FF2B5EF4-FFF2-40B4-BE49-F238E27FC236}">
                <a16:creationId xmlns:a16="http://schemas.microsoft.com/office/drawing/2014/main" id="{8AA0B79A-2EB3-E6D5-B923-60D51965E7A7}"/>
              </a:ext>
            </a:extLst>
          </p:cNvPr>
          <p:cNvCxnSpPr>
            <a:cxnSpLocks/>
          </p:cNvCxnSpPr>
          <p:nvPr/>
        </p:nvCxnSpPr>
        <p:spPr>
          <a:xfrm flipH="1">
            <a:off x="0" y="436240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331507FC-FD8A-132E-6F82-1A96368D292F}"/>
              </a:ext>
            </a:extLst>
          </p:cNvPr>
          <p:cNvCxnSpPr>
            <a:cxnSpLocks/>
          </p:cNvCxnSpPr>
          <p:nvPr/>
        </p:nvCxnSpPr>
        <p:spPr>
          <a:xfrm>
            <a:off x="9037194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87816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ét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FC27BF6-CDFA-AAF4-F7FD-F4F8D06FF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5309"/>
            <a:ext cx="11277600" cy="914400"/>
          </a:xfrm>
        </p:spPr>
        <p:txBody>
          <a:bodyPr rtlCol="0" anchor="ctr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hu"/>
              <a:t>Mintacím szerkesztése</a:t>
            </a:r>
            <a:endParaRPr lang="en-US" dirty="0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6EAB1904-05A3-AF54-90B7-8B4E5E9BFC6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5613" y="1677988"/>
            <a:ext cx="5181600" cy="4498975"/>
          </a:xfrm>
        </p:spPr>
        <p:txBody>
          <a:bodyPr rtlCol="0"/>
          <a:lstStyle/>
          <a:p>
            <a:pPr lvl="0" rtl="0"/>
            <a:r>
              <a:rPr lang="hu"/>
              <a:t>Mintaszöveg szerkesztése</a:t>
            </a:r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  <a:endParaRPr lang="en-US" dirty="0"/>
          </a:p>
        </p:txBody>
      </p:sp>
      <p:sp>
        <p:nvSpPr>
          <p:cNvPr id="12" name="Tartalom helye 11">
            <a:extLst>
              <a:ext uri="{FF2B5EF4-FFF2-40B4-BE49-F238E27FC236}">
                <a16:creationId xmlns:a16="http://schemas.microsoft.com/office/drawing/2014/main" id="{0D15555F-2C1E-04D7-CE37-D06ABFB568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53200" y="1677988"/>
            <a:ext cx="5180013" cy="4498972"/>
          </a:xfrm>
        </p:spPr>
        <p:txBody>
          <a:bodyPr rtlCol="0"/>
          <a:lstStyle/>
          <a:p>
            <a:pPr lvl="0" rtl="0"/>
            <a:r>
              <a:rPr lang="hu"/>
              <a:t>Mintaszöveg szerkesztése</a:t>
            </a:r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  <a:endParaRPr lang="en-US" dirty="0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1B108197-F703-726D-4372-C7520052D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"/>
              <a:t>Minta élőláb szövege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F85FAA39-5E1E-3A94-5A04-C36BA19E3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8/11/2025</a:t>
            </a:r>
            <a:endParaRPr lang="en-US" dirty="0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ACE80595-19B6-01B9-FCF5-F94B0C1BB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52C5098A-8A29-951C-ABCF-B4C329C3A94F}"/>
              </a:ext>
            </a:extLst>
          </p:cNvPr>
          <p:cNvCxnSpPr>
            <a:cxnSpLocks/>
          </p:cNvCxnSpPr>
          <p:nvPr/>
        </p:nvCxnSpPr>
        <p:spPr>
          <a:xfrm>
            <a:off x="6096000" y="1362719"/>
            <a:ext cx="0" cy="5490348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gyenes összekötő 10">
            <a:extLst>
              <a:ext uri="{FF2B5EF4-FFF2-40B4-BE49-F238E27FC236}">
                <a16:creationId xmlns:a16="http://schemas.microsoft.com/office/drawing/2014/main" id="{754A1D01-2B46-73F0-8DC7-926AA95F7DFC}"/>
              </a:ext>
            </a:extLst>
          </p:cNvPr>
          <p:cNvCxnSpPr>
            <a:cxnSpLocks/>
          </p:cNvCxnSpPr>
          <p:nvPr/>
        </p:nvCxnSpPr>
        <p:spPr>
          <a:xfrm flipH="1">
            <a:off x="0" y="1362719"/>
            <a:ext cx="12200040" cy="0"/>
          </a:xfrm>
          <a:prstGeom prst="line">
            <a:avLst/>
          </a:prstGeom>
          <a:ln w="9525">
            <a:solidFill>
              <a:srgbClr val="616867">
                <a:alpha val="4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923308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B5F27A1-B3E2-4312-9475-76586DB13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6838"/>
            <a:ext cx="11274552" cy="914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 rtl="0"/>
            <a:r>
              <a:rPr lang="hu"/>
              <a:t>Mintacím szerkesztése</a:t>
            </a:r>
            <a:endParaRPr lang="en-US" dirty="0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25FD6984-5D8F-6F35-3DC2-352D46E75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475623"/>
            <a:ext cx="5184648" cy="676690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 b="0" cap="all" spc="16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59CD5136-48A0-D788-8CE2-627309A00EC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522538"/>
            <a:ext cx="5178425" cy="3806825"/>
          </a:xfrm>
        </p:spPr>
        <p:txBody>
          <a:bodyPr rtlCol="0"/>
          <a:lstStyle/>
          <a:p>
            <a:pPr lvl="0" rtl="0"/>
            <a:r>
              <a:rPr lang="hu"/>
              <a:t>Mintaszöveg szerkesztése</a:t>
            </a:r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  <a:endParaRPr lang="en-US" dirty="0"/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8807CEA6-7FDB-2A72-485B-D38A79C182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56248" y="1475622"/>
            <a:ext cx="5184648" cy="676690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 b="0" cap="all" spc="16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"/>
              <a:t>Mintaszöveg szerkesztése</a:t>
            </a:r>
          </a:p>
        </p:txBody>
      </p:sp>
      <p:sp>
        <p:nvSpPr>
          <p:cNvPr id="14" name="Tartalom helye 13">
            <a:extLst>
              <a:ext uri="{FF2B5EF4-FFF2-40B4-BE49-F238E27FC236}">
                <a16:creationId xmlns:a16="http://schemas.microsoft.com/office/drawing/2014/main" id="{FC4D723F-4492-3B3B-CE74-0959714EEB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56375" y="2522538"/>
            <a:ext cx="5175249" cy="3806825"/>
          </a:xfrm>
        </p:spPr>
        <p:txBody>
          <a:bodyPr rtlCol="0"/>
          <a:lstStyle/>
          <a:p>
            <a:pPr lvl="0" rtl="0"/>
            <a:r>
              <a:rPr lang="hu"/>
              <a:t>Mintaszöveg szerkesztése</a:t>
            </a:r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  <a:endParaRPr lang="en-US" dirty="0"/>
          </a:p>
        </p:txBody>
      </p:sp>
      <p:sp>
        <p:nvSpPr>
          <p:cNvPr id="11" name="Élőláb helye 10">
            <a:extLst>
              <a:ext uri="{FF2B5EF4-FFF2-40B4-BE49-F238E27FC236}">
                <a16:creationId xmlns:a16="http://schemas.microsoft.com/office/drawing/2014/main" id="{3FA108E0-63AE-4B5C-404F-AD0FEC4AB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"/>
              <a:t>Minta élőláb szövege</a:t>
            </a:r>
          </a:p>
        </p:txBody>
      </p:sp>
      <p:sp>
        <p:nvSpPr>
          <p:cNvPr id="10" name="Dátum helye 9">
            <a:extLst>
              <a:ext uri="{FF2B5EF4-FFF2-40B4-BE49-F238E27FC236}">
                <a16:creationId xmlns:a16="http://schemas.microsoft.com/office/drawing/2014/main" id="{42E2EB77-3CF8-CDC9-D0D4-1AC07FC53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8/11/2025</a:t>
            </a:r>
            <a:endParaRPr lang="en-US" dirty="0"/>
          </a:p>
        </p:txBody>
      </p:sp>
      <p:sp>
        <p:nvSpPr>
          <p:cNvPr id="15" name="Dia számának helye 14">
            <a:extLst>
              <a:ext uri="{FF2B5EF4-FFF2-40B4-BE49-F238E27FC236}">
                <a16:creationId xmlns:a16="http://schemas.microsoft.com/office/drawing/2014/main" id="{6918C09E-FCA3-F1F6-7408-40D98FCE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Egyenes összekötő 6">
            <a:extLst>
              <a:ext uri="{FF2B5EF4-FFF2-40B4-BE49-F238E27FC236}">
                <a16:creationId xmlns:a16="http://schemas.microsoft.com/office/drawing/2014/main" id="{354F547E-1AC1-2FFD-3E17-DC3F25B07823}"/>
              </a:ext>
            </a:extLst>
          </p:cNvPr>
          <p:cNvCxnSpPr>
            <a:cxnSpLocks/>
          </p:cNvCxnSpPr>
          <p:nvPr/>
        </p:nvCxnSpPr>
        <p:spPr>
          <a:xfrm>
            <a:off x="6096000" y="1362719"/>
            <a:ext cx="0" cy="5490348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8695E25D-D4B1-2002-F8AB-8B987C1683D9}"/>
              </a:ext>
            </a:extLst>
          </p:cNvPr>
          <p:cNvCxnSpPr>
            <a:cxnSpLocks/>
          </p:cNvCxnSpPr>
          <p:nvPr/>
        </p:nvCxnSpPr>
        <p:spPr>
          <a:xfrm flipH="1">
            <a:off x="0" y="226812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8335EA16-C700-BA75-F075-2E4BC3EAFBE2}"/>
              </a:ext>
            </a:extLst>
          </p:cNvPr>
          <p:cNvCxnSpPr>
            <a:cxnSpLocks/>
          </p:cNvCxnSpPr>
          <p:nvPr/>
        </p:nvCxnSpPr>
        <p:spPr>
          <a:xfrm flipH="1">
            <a:off x="0" y="1362719"/>
            <a:ext cx="12200040" cy="0"/>
          </a:xfrm>
          <a:prstGeom prst="line">
            <a:avLst/>
          </a:prstGeom>
          <a:ln w="9525">
            <a:solidFill>
              <a:srgbClr val="616867">
                <a:alpha val="4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981542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E4552C1-DD73-A90F-46E0-33A4D5580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"/>
              <a:t>Mintacím szerkesztése</a:t>
            </a:r>
            <a:endParaRPr lang="en-US" dirty="0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238F8C10-87B8-01D2-2FEE-DAC41B9CF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"/>
              <a:t>Minta élőláb szövege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6225E57E-7F73-3825-2158-80859BAD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8/11/2025</a:t>
            </a:r>
            <a:endParaRPr lang="en-US" dirty="0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27A634BF-792D-AC8C-B0E0-492263401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37658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Élőláb helye 2">
            <a:extLst>
              <a:ext uri="{FF2B5EF4-FFF2-40B4-BE49-F238E27FC236}">
                <a16:creationId xmlns:a16="http://schemas.microsoft.com/office/drawing/2014/main" id="{3151370D-0A93-44DD-E049-EF3265B73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hu"/>
              <a:t>Minta élőláb szövege</a:t>
            </a:r>
          </a:p>
        </p:txBody>
      </p:sp>
      <p:sp>
        <p:nvSpPr>
          <p:cNvPr id="2" name="Dátum helye 1">
            <a:extLst>
              <a:ext uri="{FF2B5EF4-FFF2-40B4-BE49-F238E27FC236}">
                <a16:creationId xmlns:a16="http://schemas.microsoft.com/office/drawing/2014/main" id="{B6FF00A2-5853-30A7-62F5-7C7CB5A22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8/11/2025</a:t>
            </a:r>
            <a:endParaRPr lang="en-US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ED3E97DA-A7DF-E3FF-8937-F6A36D17F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08350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907B5AB-0FA3-E8AE-A6A1-C03EE2DDA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840480" cy="1600200"/>
          </a:xfrm>
        </p:spPr>
        <p:txBody>
          <a:bodyPr rtlCol="0" anchor="t"/>
          <a:lstStyle>
            <a:lvl1pPr>
              <a:defRPr sz="3200"/>
            </a:lvl1pPr>
          </a:lstStyle>
          <a:p>
            <a:pPr rtl="0"/>
            <a:r>
              <a:rPr lang="hu"/>
              <a:t>Mintacím szerkesztése</a:t>
            </a:r>
            <a:endParaRPr lang="en-US" dirty="0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407D3D71-61A7-7BE9-20ED-B5AF76B017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057400"/>
            <a:ext cx="3840480" cy="3979258"/>
          </a:xfrm>
        </p:spPr>
        <p:txBody>
          <a:bodyPr rtlCol="0"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hu"/>
              <a:t>Mintaszöveg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4D1ED4A-75CE-22B6-973F-969688C90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7" y="457201"/>
            <a:ext cx="6551601" cy="557945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 rtl="0"/>
            <a:r>
              <a:rPr lang="hu"/>
              <a:t>Mintaszöveg szerkesztése</a:t>
            </a:r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  <a:endParaRPr lang="en-US" dirty="0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ABDB4269-D6C6-3706-6E34-9B96440E4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 rtlCol="0"/>
          <a:lstStyle/>
          <a:p>
            <a:pPr rtl="0"/>
            <a:r>
              <a:rPr lang="hu"/>
              <a:t>Minta élőláb szövege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8525825D-6882-CF7E-DED2-796EB50E5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8/11/2025</a:t>
            </a:r>
            <a:endParaRPr lang="en-US" dirty="0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E661EE4-2972-F8D1-E2C0-577A67DEC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1A5F8204-04DE-BDF1-25A8-C8850EC04A7C}"/>
              </a:ext>
            </a:extLst>
          </p:cNvPr>
          <p:cNvCxnSpPr>
            <a:cxnSpLocks/>
          </p:cNvCxnSpPr>
          <p:nvPr/>
        </p:nvCxnSpPr>
        <p:spPr>
          <a:xfrm>
            <a:off x="4643464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EC0CCA0B-4B85-D092-C9D6-7644345E4BFB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916428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CB064BF-25B8-DF5F-78A5-EF299DBC0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840480" cy="1600200"/>
          </a:xfrm>
        </p:spPr>
        <p:txBody>
          <a:bodyPr rtlCol="0" anchor="t"/>
          <a:lstStyle>
            <a:lvl1pPr>
              <a:defRPr sz="3200"/>
            </a:lvl1pPr>
          </a:lstStyle>
          <a:p>
            <a:pPr rtl="0"/>
            <a:r>
              <a:rPr lang="hu"/>
              <a:t>Mintacím szerkesztése</a:t>
            </a:r>
            <a:endParaRPr lang="en-US" dirty="0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3EB6BD76-5832-C2AF-7743-B7CB3A9FD2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073584"/>
            <a:ext cx="3840480" cy="3880736"/>
          </a:xfrm>
        </p:spPr>
        <p:txBody>
          <a:bodyPr rtlCol="0"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hu"/>
              <a:t>Mintaszöveg szerkesztése</a:t>
            </a:r>
          </a:p>
        </p:txBody>
      </p:sp>
      <p:sp>
        <p:nvSpPr>
          <p:cNvPr id="3" name="Kép helyőrzője 2">
            <a:extLst>
              <a:ext uri="{FF2B5EF4-FFF2-40B4-BE49-F238E27FC236}">
                <a16:creationId xmlns:a16="http://schemas.microsoft.com/office/drawing/2014/main" id="{3F01BD91-BD6E-DEBA-3699-22D6D0CCE7F1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83188" y="542165"/>
            <a:ext cx="6466646" cy="5313731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 rtlCol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hu"/>
              <a:t> </a:t>
            </a:r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5BC7AD9D-75CD-C3FA-F88F-4D8A87B72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 rtlCol="0"/>
          <a:lstStyle/>
          <a:p>
            <a:pPr rtl="0"/>
            <a:r>
              <a:rPr lang="hu"/>
              <a:t>Minta élőláb szövege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F47D41FD-57A5-7CC9-58D3-3ACA20265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8/11/2025</a:t>
            </a:r>
            <a:endParaRPr lang="en-US" dirty="0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6EACC530-F0C1-526A-3F3A-EA8A7A29A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09332F2A-AF1E-7A2E-F872-24CEC59A2C2B}"/>
              </a:ext>
            </a:extLst>
          </p:cNvPr>
          <p:cNvCxnSpPr>
            <a:cxnSpLocks/>
          </p:cNvCxnSpPr>
          <p:nvPr/>
        </p:nvCxnSpPr>
        <p:spPr>
          <a:xfrm>
            <a:off x="4643464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gyenes összekötő 9">
            <a:extLst>
              <a:ext uri="{FF2B5EF4-FFF2-40B4-BE49-F238E27FC236}">
                <a16:creationId xmlns:a16="http://schemas.microsoft.com/office/drawing/2014/main" id="{3041477D-FCE4-BE8D-ED72-1A4C8D664981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340956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övetkezteté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églalap 2">
            <a:extLst>
              <a:ext uri="{FF2B5EF4-FFF2-40B4-BE49-F238E27FC236}">
                <a16:creationId xmlns:a16="http://schemas.microsoft.com/office/drawing/2014/main" id="{05319627-2791-E32D-91B0-857B27F822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34473"/>
            <a:ext cx="11122508" cy="1993399"/>
          </a:xfrm>
        </p:spPr>
        <p:txBody>
          <a:bodyPr rtlCol="0" anchor="b">
            <a:norm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hu"/>
              <a:t>Mintacím szerkesztése</a:t>
            </a:r>
            <a:endParaRPr lang="en-US" dirty="0"/>
          </a:p>
        </p:txBody>
      </p:sp>
      <p:sp>
        <p:nvSpPr>
          <p:cNvPr id="7" name="Tartalom helye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199" y="3528206"/>
            <a:ext cx="11122509" cy="275425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hu"/>
              <a:t>Mintaszöveg szerkesztése</a:t>
            </a:r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  <a:endParaRPr lang="en-US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hu"/>
              <a:t>Minta élőláb szövege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8/11/2025</a:t>
            </a:r>
            <a:endParaRPr lang="en-US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Egyenes összekötő 10">
            <a:extLst>
              <a:ext uri="{FF2B5EF4-FFF2-40B4-BE49-F238E27FC236}">
                <a16:creationId xmlns:a16="http://schemas.microsoft.com/office/drawing/2014/main" id="{E2128EF9-7F8A-2F1B-41F7-2CA02A35CCA7}"/>
              </a:ext>
            </a:extLst>
          </p:cNvPr>
          <p:cNvCxnSpPr>
            <a:cxnSpLocks/>
          </p:cNvCxnSpPr>
          <p:nvPr/>
        </p:nvCxnSpPr>
        <p:spPr>
          <a:xfrm flipH="1">
            <a:off x="0" y="3191402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14776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Következteté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églalap 7">
            <a:extLst>
              <a:ext uri="{FF2B5EF4-FFF2-40B4-BE49-F238E27FC236}">
                <a16:creationId xmlns:a16="http://schemas.microsoft.com/office/drawing/2014/main" id="{07CD7571-736E-B4CB-34E0-C8B31B5A98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34473"/>
            <a:ext cx="6768193" cy="1993399"/>
          </a:xfrm>
        </p:spPr>
        <p:txBody>
          <a:bodyPr rtlCol="0" anchor="b">
            <a:norm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hu"/>
              <a:t>Mintacím szerkesztése</a:t>
            </a:r>
            <a:endParaRPr lang="en-US" dirty="0"/>
          </a:p>
        </p:txBody>
      </p:sp>
      <p:sp>
        <p:nvSpPr>
          <p:cNvPr id="7" name="Tartalom helye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3528206"/>
            <a:ext cx="6768193" cy="1794899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hu"/>
              <a:t>Mintaszöveg szerkesztése</a:t>
            </a:r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  <a:endParaRPr lang="en-US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hu"/>
              <a:t>Minta élőláb szövege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US"/>
              <a:t>8/11/2025</a:t>
            </a:r>
            <a:endParaRPr lang="en-US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DDF60B60-82CA-4BB9-BA6E-A62FADF2374B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Egyenes összekötő 10">
            <a:extLst>
              <a:ext uri="{FF2B5EF4-FFF2-40B4-BE49-F238E27FC236}">
                <a16:creationId xmlns:a16="http://schemas.microsoft.com/office/drawing/2014/main" id="{E2128EF9-7F8A-2F1B-41F7-2CA02A35CCA7}"/>
              </a:ext>
            </a:extLst>
          </p:cNvPr>
          <p:cNvCxnSpPr>
            <a:cxnSpLocks/>
          </p:cNvCxnSpPr>
          <p:nvPr/>
        </p:nvCxnSpPr>
        <p:spPr>
          <a:xfrm flipH="1">
            <a:off x="0" y="3191402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50892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8A4FFF"/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CC57148D-D60C-3359-4AC2-15A43E221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1"/>
            <a:ext cx="10515600" cy="11572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hu"/>
              <a:t>Mintacím szerkesztése</a:t>
            </a:r>
            <a:endParaRPr lang="en-US" dirty="0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1A8731C-FCAE-A05A-5A11-57005B86A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hu"/>
              <a:t>Mintaszöveg szerkesztése</a:t>
            </a:r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  <a:endParaRPr lang="en-US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4952E70-B2DF-717F-6373-70A688FAD8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445997"/>
            <a:ext cx="39493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rtl="0"/>
            <a:r>
              <a:rPr lang="hu"/>
              <a:t>Minta élőláb szövege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25215E5-6146-14C5-665E-EF04630DCB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37594" y="6445997"/>
            <a:ext cx="18421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rtl="0"/>
            <a:r>
              <a:rPr lang="en-US"/>
              <a:t>8/11/2025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0E8FA3A-8706-3F4B-41CC-B024431F62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4800" y="6445997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rtl="0"/>
            <a:fld id="{DDF60B60-82CA-4BB9-BA6E-A62FADF2374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88A851-E4CC-1F50-BBD7-4618EF34E26D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4508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857678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2" r:id="rId2"/>
    <p:sldLayoutId id="2147483661" r:id="rId3"/>
    <p:sldLayoutId id="2147483663" r:id="rId4"/>
    <p:sldLayoutId id="2147483665" r:id="rId5"/>
    <p:sldLayoutId id="2147483667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  <p:sldLayoutId id="2147483686" r:id="rId24"/>
    <p:sldLayoutId id="2147483687" r:id="rId25"/>
    <p:sldLayoutId id="2147483688" r:id="rId26"/>
    <p:sldLayoutId id="2147483689" r:id="rId27"/>
    <p:sldLayoutId id="2147483690" r:id="rId28"/>
    <p:sldLayoutId id="2147483691" r:id="rId29"/>
    <p:sldLayoutId id="2147483692" r:id="rId30"/>
    <p:sldLayoutId id="2147483693" r:id="rId31"/>
    <p:sldLayoutId id="2147483694" r:id="rId32"/>
    <p:sldLayoutId id="2147483695" r:id="rId33"/>
    <p:sldLayoutId id="2147483696" r:id="rId34"/>
    <p:sldLayoutId id="2147483697" r:id="rId35"/>
    <p:sldLayoutId id="2147483698" r:id="rId36"/>
    <p:sldLayoutId id="2147483699" r:id="rId37"/>
    <p:sldLayoutId id="2147483700" r:id="rId38"/>
    <p:sldLayoutId id="2147483701" r:id="rId39"/>
    <p:sldLayoutId id="2147483702" r:id="rId40"/>
    <p:sldLayoutId id="2147483703" r:id="rId41"/>
    <p:sldLayoutId id="2147483704" r:id="rId42"/>
    <p:sldLayoutId id="2147483705" r:id="rId43"/>
    <p:sldLayoutId id="2147483706" r:id="rId44"/>
    <p:sldLayoutId id="2147483707" r:id="rId45"/>
    <p:sldLayoutId id="2147483708" r:id="rId46"/>
    <p:sldLayoutId id="2147483709" r:id="rId47"/>
    <p:sldLayoutId id="2147483710" r:id="rId48"/>
    <p:sldLayoutId id="2147483711" r:id="rId49"/>
    <p:sldLayoutId id="2147483712" r:id="rId50"/>
    <p:sldLayoutId id="2147483713" r:id="rId51"/>
    <p:sldLayoutId id="2147483714" r:id="rId52"/>
    <p:sldLayoutId id="2147483715" r:id="rId53"/>
    <p:sldLayoutId id="2147483716" r:id="rId54"/>
    <p:sldLayoutId id="2147483717" r:id="rId55"/>
    <p:sldLayoutId id="2147483718" r:id="rId56"/>
    <p:sldLayoutId id="2147483719" r:id="rId5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08">
          <p15:clr>
            <a:srgbClr val="F26B43"/>
          </p15:clr>
        </p15:guide>
        <p15:guide id="3" pos="4872">
          <p15:clr>
            <a:srgbClr val="F26B43"/>
          </p15:clr>
        </p15:guide>
        <p15:guide id="4" pos="5160">
          <p15:clr>
            <a:srgbClr val="F26B43"/>
          </p15:clr>
        </p15:guide>
        <p15:guide id="5" pos="2520">
          <p15:clr>
            <a:srgbClr val="F26B43"/>
          </p15:clr>
        </p15:guide>
        <p15:guide id="6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dushareoe.hu/homepage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5.xml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5.xml"/><Relationship Id="rId4" Type="http://schemas.microsoft.com/office/2007/relationships/hdphoto" Target="../media/hdphoto2.wdp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5.xml"/><Relationship Id="rId4" Type="http://schemas.microsoft.com/office/2007/relationships/hdphoto" Target="../media/hdphoto3.wdp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01910-7B50-DFD8-99FC-1DB69AE2D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036986"/>
            <a:ext cx="3985579" cy="1397477"/>
          </a:xfrm>
        </p:spPr>
        <p:txBody>
          <a:bodyPr anchor="t">
            <a:normAutofit/>
          </a:bodyPr>
          <a:lstStyle/>
          <a:p>
            <a:pPr algn="ctr"/>
            <a:r>
              <a:rPr lang="en-US" sz="3000" dirty="0" err="1">
                <a:latin typeface="Aharoni" panose="02010803020104030203" pitchFamily="2" charset="-79"/>
                <a:cs typeface="Aharoni" panose="02010803020104030203" pitchFamily="2" charset="-79"/>
              </a:rPr>
              <a:t>EduShare</a:t>
            </a:r>
            <a:r>
              <a:rPr lang="en-US" sz="3000" dirty="0">
                <a:latin typeface="Aharoni" panose="02010803020104030203" pitchFamily="2" charset="-79"/>
                <a:cs typeface="Aharoni" panose="02010803020104030203" pitchFamily="2" charset="-79"/>
              </a:rPr>
              <a:t> – </a:t>
            </a:r>
            <a:r>
              <a:rPr lang="hu-HU" sz="3000" dirty="0">
                <a:latin typeface="Aharoni" panose="02010803020104030203" pitchFamily="2" charset="-79"/>
                <a:cs typeface="Aharoni" panose="02010803020104030203" pitchFamily="2" charset="-79"/>
              </a:rPr>
              <a:t>P</a:t>
            </a:r>
            <a:r>
              <a:rPr lang="en-US" sz="3000" dirty="0" err="1">
                <a:latin typeface="Aharoni" panose="02010803020104030203" pitchFamily="2" charset="-79"/>
                <a:cs typeface="Aharoni" panose="02010803020104030203" pitchFamily="2" charset="-79"/>
              </a:rPr>
              <a:t>rojekt</a:t>
            </a:r>
            <a:r>
              <a:rPr lang="en-US" sz="3000" dirty="0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3000" dirty="0" err="1">
                <a:latin typeface="Aharoni" panose="02010803020104030203" pitchFamily="2" charset="-79"/>
                <a:cs typeface="Aharoni" panose="02010803020104030203" pitchFamily="2" charset="-79"/>
              </a:rPr>
              <a:t>bemutató</a:t>
            </a:r>
            <a:endParaRPr lang="en-US" sz="30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E95B73-2EDA-E4AB-132F-513627880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3180" y="5054245"/>
            <a:ext cx="6376529" cy="1319832"/>
          </a:xfrm>
        </p:spPr>
        <p:txBody>
          <a:bodyPr>
            <a:normAutofit fontScale="32500" lnSpcReduction="20000"/>
          </a:bodyPr>
          <a:lstStyle/>
          <a:p>
            <a:r>
              <a:rPr lang="hu-HU" sz="7400" b="1" dirty="0" err="1"/>
              <a:t>Learn</a:t>
            </a:r>
            <a:r>
              <a:rPr lang="hu-HU" sz="7400" b="1" dirty="0"/>
              <a:t>, </a:t>
            </a:r>
            <a:r>
              <a:rPr lang="hu-HU" sz="7400" b="1" dirty="0" err="1"/>
              <a:t>share</a:t>
            </a:r>
            <a:r>
              <a:rPr lang="hu-HU" sz="7400" b="1" dirty="0"/>
              <a:t>, </a:t>
            </a:r>
            <a:r>
              <a:rPr lang="hu-HU" sz="7400" b="1" dirty="0" err="1"/>
              <a:t>succeed</a:t>
            </a:r>
            <a:endParaRPr lang="hu-HU" sz="7400" b="1" dirty="0"/>
          </a:p>
          <a:p>
            <a:r>
              <a:rPr lang="en-US" sz="5500" dirty="0"/>
              <a:t>A place to </a:t>
            </a:r>
            <a:r>
              <a:rPr lang="en-US" sz="5500" dirty="0">
                <a:solidFill>
                  <a:srgbClr val="8A4FFF"/>
                </a:solidFill>
              </a:rPr>
              <a:t>prepare</a:t>
            </a:r>
            <a:r>
              <a:rPr lang="en-US" sz="5500" b="1" dirty="0">
                <a:solidFill>
                  <a:srgbClr val="8A4FFF"/>
                </a:solidFill>
              </a:rPr>
              <a:t> </a:t>
            </a:r>
            <a:r>
              <a:rPr lang="en-US" sz="5500" dirty="0">
                <a:solidFill>
                  <a:srgbClr val="8A4FFF"/>
                </a:solidFill>
              </a:rPr>
              <a:t>for</a:t>
            </a:r>
            <a:r>
              <a:rPr lang="hu-HU" sz="5500" dirty="0">
                <a:solidFill>
                  <a:srgbClr val="8A4FFF"/>
                </a:solidFill>
              </a:rPr>
              <a:t> </a:t>
            </a:r>
            <a:r>
              <a:rPr lang="hu-HU" sz="5500" dirty="0" err="1">
                <a:solidFill>
                  <a:srgbClr val="8A4FFF"/>
                </a:solidFill>
              </a:rPr>
              <a:t>exams</a:t>
            </a:r>
            <a:r>
              <a:rPr lang="hu-HU" sz="5500" dirty="0">
                <a:solidFill>
                  <a:srgbClr val="8A4FFF"/>
                </a:solidFill>
              </a:rPr>
              <a:t>.</a:t>
            </a:r>
            <a:endParaRPr lang="en-US" sz="5500" dirty="0">
              <a:solidFill>
                <a:srgbClr val="8A4FFF"/>
              </a:solidFill>
            </a:endParaRPr>
          </a:p>
          <a:p>
            <a:br>
              <a:rPr lang="en-US" dirty="0"/>
            </a:br>
            <a:br>
              <a:rPr lang="hu-HU" dirty="0"/>
            </a:b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55D50-7F8C-BAA6-E538-A1A554E11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4800" y="6445997"/>
            <a:ext cx="457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DDF60B60-82CA-4BB9-BA6E-A62FADF2374B}" type="slidenum">
              <a:rPr lang="en-US" smtClean="0"/>
              <a:pPr rtl="0">
                <a:spcAft>
                  <a:spcPts val="600"/>
                </a:spcAft>
              </a:pPr>
              <a:t>1</a:t>
            </a:fld>
            <a:endParaRPr lang="en-US" dirty="0"/>
          </a:p>
        </p:txBody>
      </p:sp>
      <p:pic>
        <p:nvPicPr>
          <p:cNvPr id="9" name="Kép 8" descr="A képen Grafika, Grafikus tervezés, tervezé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573A145C-6A00-49DB-02DA-AE417E7C7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2" y="417750"/>
            <a:ext cx="12199372" cy="3538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680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262BE-8588-E527-3F0A-A57EA7C65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968607"/>
            <a:ext cx="8932653" cy="3450568"/>
          </a:xfrm>
        </p:spPr>
        <p:txBody>
          <a:bodyPr anchor="b">
            <a:normAutofit/>
          </a:bodyPr>
          <a:lstStyle/>
          <a:p>
            <a:r>
              <a:rPr lang="en-US" dirty="0" err="1">
                <a:solidFill>
                  <a:schemeClr val="bg1">
                    <a:alpha val="65000"/>
                  </a:schemeClr>
                </a:solidFill>
              </a:rPr>
              <a:t>Ügyfé</a:t>
            </a:r>
            <a:r>
              <a:rPr lang="hu-HU" dirty="0" err="1">
                <a:solidFill>
                  <a:schemeClr val="bg1">
                    <a:alpha val="65000"/>
                  </a:schemeClr>
                </a:solidFill>
              </a:rPr>
              <a:t>lnek</a:t>
            </a:r>
            <a:r>
              <a:rPr lang="hu-HU" dirty="0">
                <a:solidFill>
                  <a:schemeClr val="bg1">
                    <a:alpha val="65000"/>
                  </a:schemeClr>
                </a:solidFill>
              </a:rPr>
              <a:t> szóló Prezentáció</a:t>
            </a:r>
            <a:endParaRPr lang="en-US" dirty="0">
              <a:solidFill>
                <a:schemeClr val="bg1">
                  <a:alpha val="65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15AF3-8F16-DF9C-2930-7FB1FD9D0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4800" y="6445997"/>
            <a:ext cx="457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DDF60B60-82CA-4BB9-BA6E-A62FADF2374B}" type="slidenum">
              <a:rPr lang="en-US" smtClean="0"/>
              <a:pPr rtl="0"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04077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rgbClr val="8A4FFF"/>
            </a:gs>
            <a:gs pos="52000">
              <a:schemeClr val="accent5">
                <a:lumMod val="45000"/>
                <a:lumOff val="5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57FF2-8059-59EE-FF80-AE8AD4AE9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77072"/>
            <a:ext cx="4958078" cy="1225485"/>
          </a:xfrm>
        </p:spPr>
        <p:txBody>
          <a:bodyPr anchor="t">
            <a:normAutofit/>
          </a:bodyPr>
          <a:lstStyle/>
          <a:p>
            <a:r>
              <a:rPr lang="hu-HU" b="1" dirty="0">
                <a:latin typeface="Aharoni" panose="020F0502020204030204" pitchFamily="2" charset="-79"/>
                <a:cs typeface="Aharoni" panose="020F0502020204030204" pitchFamily="2" charset="-79"/>
              </a:rPr>
              <a:t>Alapvető</a:t>
            </a:r>
            <a:r>
              <a:rPr lang="en-US" b="1" dirty="0">
                <a:latin typeface="Aharoni" panose="020F0502020204030204" pitchFamily="2" charset="-79"/>
                <a:cs typeface="Aharoni" panose="020F0502020204030204" pitchFamily="2" charset="-79"/>
              </a:rPr>
              <a:t> </a:t>
            </a:r>
            <a:r>
              <a:rPr lang="en-US" b="1" dirty="0" err="1">
                <a:latin typeface="Aharoni" panose="020F0502020204030204" pitchFamily="2" charset="-79"/>
                <a:cs typeface="Aharoni" panose="020F0502020204030204" pitchFamily="2" charset="-79"/>
              </a:rPr>
              <a:t>funkciók</a:t>
            </a:r>
            <a:endParaRPr lang="en-US" b="1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8E38E7-CD4A-7DD1-D6E4-E577F2A33AAC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176142" y="377072"/>
            <a:ext cx="5558655" cy="5797484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hu-HU" sz="1600" b="1" dirty="0">
                <a:solidFill>
                  <a:srgbClr val="8A4FFF"/>
                </a:solidFill>
              </a:rPr>
              <a:t>Felhasználói hozzáférés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hu-HU" dirty="0"/>
              <a:t>A regisztráció és bejelentkezés biztosítja a biztonságos hozzáférést a platform szolgáltatásaihoz.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hu-HU" sz="1600" b="1" dirty="0">
                <a:solidFill>
                  <a:srgbClr val="8A4FFF"/>
                </a:solidFill>
              </a:rPr>
              <a:t>Tartalom feltöltés és keresés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hu-HU" dirty="0"/>
              <a:t>A tananyagfeltöltés és keresés lehetővé teszi a könnyű megosztást és gyors releváns tartalom megtalálását.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hu-HU" sz="1600" b="1" dirty="0">
                <a:solidFill>
                  <a:srgbClr val="8A4FFF"/>
                </a:solidFill>
              </a:rPr>
              <a:t>Interaktív dokumentumkezelés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hu-HU" dirty="0"/>
              <a:t>A tanári figyelmeztetés, kedvencekbe mentés és a letöltés funkciók kényelmes hozzáférést és élményt nyújtanak a dokumentumokhoz.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hu-HU" sz="1600" b="1" dirty="0">
                <a:solidFill>
                  <a:srgbClr val="8A4FFF"/>
                </a:solidFill>
              </a:rPr>
              <a:t>Közösségi és </a:t>
            </a:r>
            <a:r>
              <a:rPr lang="hu-HU" sz="1600" b="1" dirty="0" err="1">
                <a:solidFill>
                  <a:srgbClr val="8A4FFF"/>
                </a:solidFill>
              </a:rPr>
              <a:t>admin</a:t>
            </a:r>
            <a:r>
              <a:rPr lang="hu-HU" sz="1600" b="1" dirty="0">
                <a:solidFill>
                  <a:srgbClr val="8A4FFF"/>
                </a:solidFill>
              </a:rPr>
              <a:t> funkciók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hu-HU" dirty="0"/>
              <a:t>Értékelések, kommentek, profiloldal, és </a:t>
            </a:r>
            <a:r>
              <a:rPr lang="hu-HU" dirty="0" err="1"/>
              <a:t>admin</a:t>
            </a:r>
            <a:r>
              <a:rPr lang="hu-HU" dirty="0"/>
              <a:t> funkciók támogatják a közösségi élményt és stabil működést.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8D48A1-A43C-7AF8-2249-4B3559BAB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4800" y="6445997"/>
            <a:ext cx="457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DDF60B60-82CA-4BB9-BA6E-A62FADF2374B}" type="slidenum">
              <a:rPr lang="en-US" smtClean="0"/>
              <a:pPr rtl="0">
                <a:spcAft>
                  <a:spcPts val="600"/>
                </a:spcAft>
              </a:pPr>
              <a:t>3</a:t>
            </a:fld>
            <a:endParaRPr lang="en-US"/>
          </a:p>
        </p:txBody>
      </p:sp>
      <p:pic>
        <p:nvPicPr>
          <p:cNvPr id="9" name="Kép 8" descr="A képen szöveg, képernyőkép, Betűtípus, tervezé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73E7E59A-FA9F-9843-20FB-72F47C6D5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003261"/>
            <a:ext cx="4958078" cy="5187305"/>
          </a:xfrm>
          <a:prstGeom prst="roundRect">
            <a:avLst>
              <a:gd name="adj" fmla="val 1574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27255252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rgbClr val="8A4FFF"/>
            </a:gs>
            <a:gs pos="65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FAA93-72F0-107E-176A-3DF1D61A6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77072"/>
            <a:ext cx="4958078" cy="1225485"/>
          </a:xfrm>
        </p:spPr>
        <p:txBody>
          <a:bodyPr anchor="t">
            <a:normAutofit/>
          </a:bodyPr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Extra </a:t>
            </a:r>
            <a:r>
              <a:rPr lang="en-US" dirty="0" err="1">
                <a:latin typeface="Aharoni" panose="02010803020104030203" pitchFamily="2" charset="-79"/>
                <a:cs typeface="Aharoni" panose="02010803020104030203" pitchFamily="2" charset="-79"/>
              </a:rPr>
              <a:t>funkciók</a:t>
            </a:r>
            <a:endParaRPr lang="en-US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732574-614B-B433-D0C9-CEE93440DE40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344323" y="1067981"/>
            <a:ext cx="5558655" cy="5797484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r>
              <a:rPr lang="hu-HU" b="1" dirty="0">
                <a:solidFill>
                  <a:srgbClr val="8A4FFF"/>
                </a:solidFill>
              </a:rPr>
              <a:t>File előnézet</a:t>
            </a:r>
          </a:p>
          <a:p>
            <a:pPr marL="0" lvl="1" indent="0">
              <a:buNone/>
            </a:pPr>
            <a:r>
              <a:rPr lang="hu-HU" dirty="0">
                <a:solidFill>
                  <a:schemeClr val="tx1"/>
                </a:solidFill>
              </a:rPr>
              <a:t>A feltöltött tananyagok előzetes megtekintése nagyban megnöveli a felhasználói élményt.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hu-HU" sz="1600" b="1" dirty="0">
                <a:solidFill>
                  <a:srgbClr val="8A4FFF"/>
                </a:solidFill>
              </a:rPr>
              <a:t>Letöltésszámláló funkció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hu-HU" dirty="0"/>
              <a:t>A letöltésszámláló mérhetővé teszi a tartalom népszerűségét és segíti a felhasználói élmény javítását.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hu-HU" sz="1600" b="1" dirty="0">
                <a:solidFill>
                  <a:srgbClr val="8A4FFF"/>
                </a:solidFill>
              </a:rPr>
              <a:t>Kapcsolódó tananyag ajánlás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hu-HU" dirty="0"/>
              <a:t>A kapcsolódó tananyagok ajánlása segíti a felhasználókat releváns anyagok gyors felfedezésében.</a:t>
            </a:r>
            <a:br>
              <a:rPr lang="hu-HU" dirty="0"/>
            </a:br>
            <a:br>
              <a:rPr lang="hu-HU" dirty="0"/>
            </a:br>
            <a:r>
              <a:rPr lang="hu-HU" b="1" dirty="0">
                <a:solidFill>
                  <a:srgbClr val="8A4FFF"/>
                </a:solidFill>
              </a:rPr>
              <a:t>Aktivitási statisztikák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hu-HU" dirty="0"/>
              <a:t>A főoldalon </a:t>
            </a:r>
            <a:r>
              <a:rPr lang="hu-HU" dirty="0" err="1"/>
              <a:t>személyreszabott</a:t>
            </a:r>
            <a:r>
              <a:rPr lang="hu-HU" dirty="0"/>
              <a:t> statisztikákat kap a felhasználó az aktivitása alapján.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B9B137-7F95-2CBF-0AB4-DE8BD67C7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4800" y="6445997"/>
            <a:ext cx="457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DDF60B60-82CA-4BB9-BA6E-A62FADF2374B}" type="slidenum">
              <a:rPr lang="en-US" smtClean="0"/>
              <a:pPr rtl="0">
                <a:spcAft>
                  <a:spcPts val="600"/>
                </a:spcAft>
              </a:pPr>
              <a:t>4</a:t>
            </a:fld>
            <a:endParaRPr lang="en-US"/>
          </a:p>
        </p:txBody>
      </p:sp>
      <p:pic>
        <p:nvPicPr>
          <p:cNvPr id="9" name="Kép 8" descr="A képen szöveg, képernyőkép, Betűtípus, Weblap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C7961346-495B-DDED-8F0D-6F18EE827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5463" y="386037"/>
            <a:ext cx="6483478" cy="558092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40423019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rgbClr val="8A4FFF"/>
            </a:gs>
            <a:gs pos="61000">
              <a:schemeClr val="accent5">
                <a:lumMod val="45000"/>
                <a:lumOff val="55000"/>
              </a:schemeClr>
            </a:gs>
            <a:gs pos="77000">
              <a:schemeClr val="accent5">
                <a:lumMod val="45000"/>
                <a:lumOff val="55000"/>
              </a:schemeClr>
            </a:gs>
            <a:gs pos="94000">
              <a:schemeClr val="accent5">
                <a:lumMod val="30000"/>
                <a:lumOff val="7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70318-445B-480E-FDD0-7629511DF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57" y="636626"/>
            <a:ext cx="4958078" cy="689728"/>
          </a:xfrm>
        </p:spPr>
        <p:txBody>
          <a:bodyPr anchor="t">
            <a:normAutofit/>
          </a:bodyPr>
          <a:lstStyle/>
          <a:p>
            <a:r>
              <a:rPr lang="hu-HU" b="1" dirty="0">
                <a:latin typeface="Aharoni" panose="02010803020104030203" pitchFamily="2" charset="-79"/>
                <a:cs typeface="Aharoni" panose="02010803020104030203" pitchFamily="2" charset="-79"/>
              </a:rPr>
              <a:t>Oldal elérhetősége</a:t>
            </a:r>
            <a:endParaRPr lang="en-US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67C52A-15F5-CA3A-4732-8E9D8DF38199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562600" y="895756"/>
            <a:ext cx="5558655" cy="5066487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hu-HU" sz="1600" b="1" dirty="0">
                <a:solidFill>
                  <a:srgbClr val="8A4FFF"/>
                </a:solidFill>
              </a:rPr>
              <a:t>Bejelentkezési folyamat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hu-HU" dirty="0"/>
              <a:t>A felhasználó egyszerűen bejelentkezik a rendszerbe a hozzáférés biztosításához.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hu-HU" sz="1600" b="1" dirty="0">
                <a:solidFill>
                  <a:srgbClr val="8A4FFF"/>
                </a:solidFill>
              </a:rPr>
              <a:t>Tananyag feltöltése és listázása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hu-HU" dirty="0"/>
              <a:t>A tananyag feltöltése után megjelenik a listában, könnyen hozzáférhetővé téve a felhasználók számára.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hu-HU" sz="1600" b="1" dirty="0">
                <a:solidFill>
                  <a:srgbClr val="8A4FFF"/>
                </a:solidFill>
              </a:rPr>
              <a:t>File előnézet és értékelés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hu-HU" dirty="0"/>
              <a:t>A felhasználó megtekintheti </a:t>
            </a:r>
            <a:r>
              <a:rPr lang="hu-HU"/>
              <a:t>a file </a:t>
            </a:r>
            <a:r>
              <a:rPr lang="hu-HU" dirty="0"/>
              <a:t>előnézetet, értékelést és kommentet adhat a tartalomhoz.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hu-HU" sz="1600" b="1" dirty="0">
                <a:solidFill>
                  <a:srgbClr val="8A4FFF"/>
                </a:solidFill>
              </a:rPr>
              <a:t>Profil oldal és feltöltések megtekintése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hu-HU" dirty="0"/>
              <a:t>A profil oldalon a felhasználó láthatja saját feltöltéseit és egyszerűen szerkesztheti profilját.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4E9C63-D952-0D00-94EF-5FF789580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4800" y="6445997"/>
            <a:ext cx="457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DDF60B60-82CA-4BB9-BA6E-A62FADF2374B}" type="slidenum">
              <a:rPr lang="en-US" smtClean="0"/>
              <a:pPr rtl="0">
                <a:spcAft>
                  <a:spcPts val="600"/>
                </a:spcAft>
              </a:pPr>
              <a:t>5</a:t>
            </a:fld>
            <a:endParaRPr lang="en-US"/>
          </a:p>
        </p:txBody>
      </p:sp>
      <p:pic>
        <p:nvPicPr>
          <p:cNvPr id="15" name="Kép 14">
            <a:hlinkClick r:id="rId3" tooltip="EduShareOE"/>
            <a:extLst>
              <a:ext uri="{FF2B5EF4-FFF2-40B4-BE49-F238E27FC236}">
                <a16:creationId xmlns:a16="http://schemas.microsoft.com/office/drawing/2014/main" id="{88B13F1B-0478-5B69-B538-AB60F3C0ED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836" b="90430" l="13184" r="85840">
                        <a14:foregroundMark x1="32031" y1="13770" x2="38965" y2="9180"/>
                        <a14:foregroundMark x1="66504" y1="61328" x2="66504" y2="61328"/>
                        <a14:foregroundMark x1="23730" y1="81348" x2="80371" y2="81934"/>
                        <a14:foregroundMark x1="80371" y1="85156" x2="80469" y2="40039"/>
                        <a14:foregroundMark x1="80469" y1="40039" x2="75293" y2="23633"/>
                        <a14:foregroundMark x1="75293" y1="23633" x2="56348" y2="13867"/>
                        <a14:foregroundMark x1="56348" y1="13867" x2="44922" y2="14258"/>
                        <a14:foregroundMark x1="44922" y1="14258" x2="40820" y2="6836"/>
                        <a14:foregroundMark x1="54492" y1="78223" x2="24512" y2="83008"/>
                        <a14:foregroundMark x1="24512" y1="83008" x2="20020" y2="63867"/>
                        <a14:foregroundMark x1="20020" y1="63867" x2="25293" y2="19141"/>
                        <a14:foregroundMark x1="82227" y1="86230" x2="69531" y2="89746"/>
                        <a14:foregroundMark x1="69531" y1="89746" x2="21484" y2="86523"/>
                        <a14:foregroundMark x1="21484" y1="86523" x2="16504" y2="77930"/>
                        <a14:foregroundMark x1="16504" y1="77930" x2="17871" y2="71191"/>
                        <a14:foregroundMark x1="22656" y1="83496" x2="55957" y2="86035"/>
                        <a14:foregroundMark x1="55957" y1="86035" x2="71289" y2="81836"/>
                        <a14:foregroundMark x1="71289" y1="81836" x2="30078" y2="77637"/>
                        <a14:foregroundMark x1="30078" y1="77637" x2="66992" y2="62500"/>
                        <a14:foregroundMark x1="66992" y1="62500" x2="21582" y2="21777"/>
                        <a14:foregroundMark x1="21582" y1="21777" x2="33301" y2="15723"/>
                        <a14:foregroundMark x1="33301" y1="15723" x2="47070" y2="26172"/>
                        <a14:foregroundMark x1="47070" y1="26172" x2="70508" y2="67480"/>
                        <a14:foregroundMark x1="70508" y1="67480" x2="78418" y2="87793"/>
                        <a14:foregroundMark x1="78418" y1="87793" x2="21289" y2="87988"/>
                        <a14:foregroundMark x1="21289" y1="87988" x2="15918" y2="74902"/>
                        <a14:foregroundMark x1="15918" y1="74902" x2="22656" y2="15918"/>
                        <a14:foregroundMark x1="22656" y1="15918" x2="34180" y2="12598"/>
                        <a14:foregroundMark x1="34180" y1="12598" x2="41797" y2="7031"/>
                        <a14:foregroundMark x1="49418" y1="13480" x2="51953" y2="15625"/>
                        <a14:foregroundMark x1="41797" y1="7031" x2="44874" y2="9635"/>
                        <a14:foregroundMark x1="51953" y1="15625" x2="78418" y2="15820"/>
                        <a14:foregroundMark x1="78418" y1="15820" x2="85840" y2="23730"/>
                        <a14:foregroundMark x1="85840" y1="23730" x2="80957" y2="63086"/>
                        <a14:foregroundMark x1="80957" y1="63086" x2="80664" y2="85156"/>
                        <a14:foregroundMark x1="46680" y1="85645" x2="56836" y2="88770"/>
                        <a14:foregroundMark x1="56836" y1="88770" x2="76855" y2="85156"/>
                        <a14:foregroundMark x1="76855" y1="85156" x2="57129" y2="70703"/>
                        <a14:foregroundMark x1="49121" y1="87012" x2="73828" y2="88477"/>
                        <a14:foregroundMark x1="73828" y1="88477" x2="71875" y2="69824"/>
                        <a14:foregroundMark x1="71875" y1="69824" x2="59277" y2="62305"/>
                        <a14:foregroundMark x1="59277" y1="62305" x2="47070" y2="61328"/>
                        <a14:foregroundMark x1="47070" y1="61328" x2="39941" y2="69238"/>
                        <a14:foregroundMark x1="39941" y1="69238" x2="40332" y2="82227"/>
                        <a14:foregroundMark x1="40332" y1="82227" x2="47461" y2="90430"/>
                        <a14:foregroundMark x1="47461" y1="90430" x2="54688" y2="88867"/>
                        <a14:foregroundMark x1="48047" y1="80859" x2="50977" y2="77637"/>
                        <a14:foregroundMark x1="50684" y1="77344" x2="46387" y2="79297"/>
                        <a14:foregroundMark x1="54199" y1="85156" x2="53418" y2="83496"/>
                        <a14:foregroundMark x1="68848" y1="85156" x2="68652" y2="80566"/>
                        <a14:foregroundMark x1="43652" y1="8008" x2="44336" y2="10352"/>
                        <a14:foregroundMark x1="47852" y1="12891" x2="57031" y2="12891"/>
                        <a14:backgroundMark x1="45898" y1="10547" x2="45898" y2="10547"/>
                        <a14:backgroundMark x1="48535" y1="10547" x2="45605" y2="10547"/>
                        <a14:backgroundMark x1="49902" y1="11035" x2="46135" y2="9841"/>
                        <a14:backgroundMark x1="48528" y1="11829" x2="45739" y2="9231"/>
                        <a14:backgroundMark x1="48340" y1="11914" x2="45605" y2="11914"/>
                        <a14:backgroundMark x1="45898" y1="11914" x2="46191" y2="10254"/>
                        <a14:backgroundMark x1="44824" y1="11035" x2="45853" y2="9620"/>
                        <a14:backgroundMark x1="45992" y1="9882" x2="46191" y2="8984"/>
                        <a14:backgroundMark x1="45605" y1="11621" x2="45965" y2="10003"/>
                        <a14:backgroundMark x1="47169" y1="9548" x2="46680" y2="9961"/>
                        <a14:backgroundMark x1="45410" y1="11035" x2="46096" y2="10455"/>
                        <a14:backgroundMark x1="45117" y1="10547" x2="45117" y2="10130"/>
                        <a14:backgroundMark x1="45410" y1="10840" x2="45119" y2="101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546" t="3047" r="7576" b="3631"/>
          <a:stretch>
            <a:fillRect/>
          </a:stretch>
        </p:blipFill>
        <p:spPr>
          <a:xfrm>
            <a:off x="400057" y="1524000"/>
            <a:ext cx="3946511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2009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551A3-3E80-A11F-0001-C90B02301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968607"/>
            <a:ext cx="8932653" cy="3450568"/>
          </a:xfrm>
        </p:spPr>
        <p:txBody>
          <a:bodyPr anchor="b">
            <a:normAutofit/>
          </a:bodyPr>
          <a:lstStyle/>
          <a:p>
            <a:r>
              <a:rPr lang="en-US" dirty="0" err="1">
                <a:solidFill>
                  <a:schemeClr val="bg1">
                    <a:alpha val="65000"/>
                  </a:schemeClr>
                </a:solidFill>
              </a:rPr>
              <a:t>Oktatónak</a:t>
            </a:r>
            <a:r>
              <a:rPr lang="en-US" dirty="0">
                <a:solidFill>
                  <a:schemeClr val="bg1">
                    <a:alpha val="6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alpha val="65000"/>
                  </a:schemeClr>
                </a:solidFill>
              </a:rPr>
              <a:t>szóló</a:t>
            </a:r>
            <a:r>
              <a:rPr lang="hu-HU" dirty="0">
                <a:solidFill>
                  <a:schemeClr val="bg1">
                    <a:alpha val="65000"/>
                  </a:schemeClr>
                </a:solidFill>
              </a:rPr>
              <a:t> ismertetés</a:t>
            </a:r>
            <a:endParaRPr lang="en-US" dirty="0">
              <a:solidFill>
                <a:schemeClr val="bg1">
                  <a:alpha val="65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FF4416-E3BB-970C-09D8-29466656A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4800" y="6445997"/>
            <a:ext cx="457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DDF60B60-82CA-4BB9-BA6E-A62FADF2374B}" type="slidenum">
              <a:rPr lang="en-US" smtClean="0"/>
              <a:pPr rtl="0"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60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29710-5190-ED9F-7524-BB3A0C03C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77072"/>
            <a:ext cx="4958078" cy="1225485"/>
          </a:xfrm>
        </p:spPr>
        <p:txBody>
          <a:bodyPr anchor="t">
            <a:normAutofit/>
          </a:bodyPr>
          <a:lstStyle/>
          <a:p>
            <a:r>
              <a:rPr lang="en-US" dirty="0" err="1">
                <a:latin typeface="Aharoni" panose="02010803020104030203" pitchFamily="2" charset="-79"/>
                <a:cs typeface="Aharoni" panose="02010803020104030203" pitchFamily="2" charset="-79"/>
              </a:rPr>
              <a:t>Rendszerarchitektúra</a:t>
            </a:r>
            <a:endParaRPr lang="en-US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471C80-C82D-A846-6570-A62EDC77DD6B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57199" y="1219200"/>
            <a:ext cx="9525001" cy="5261728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8A4FFF"/>
                </a:solidFill>
              </a:rPr>
              <a:t>Frontend Angular </a:t>
            </a:r>
            <a:r>
              <a:rPr lang="en-US" b="1" dirty="0" err="1">
                <a:solidFill>
                  <a:srgbClr val="8A4FFF"/>
                </a:solidFill>
              </a:rPr>
              <a:t>keretrendszer</a:t>
            </a:r>
            <a:endParaRPr lang="en-US" b="1" dirty="0">
              <a:solidFill>
                <a:srgbClr val="8A4FFF"/>
              </a:solidFill>
            </a:endParaRP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800" dirty="0"/>
              <a:t>Az Angular </a:t>
            </a:r>
            <a:r>
              <a:rPr lang="en-US" sz="1800" dirty="0" err="1"/>
              <a:t>lehetővé</a:t>
            </a:r>
            <a:r>
              <a:rPr lang="en-US" sz="1800" dirty="0"/>
              <a:t> </a:t>
            </a:r>
            <a:r>
              <a:rPr lang="en-US" sz="1800" dirty="0" err="1"/>
              <a:t>teszi</a:t>
            </a:r>
            <a:r>
              <a:rPr lang="en-US" sz="1800" dirty="0"/>
              <a:t> a </a:t>
            </a:r>
            <a:r>
              <a:rPr lang="en-US" sz="1800" dirty="0" err="1"/>
              <a:t>dinamikus</a:t>
            </a:r>
            <a:r>
              <a:rPr lang="en-US" sz="1800" dirty="0"/>
              <a:t>, </a:t>
            </a:r>
            <a:r>
              <a:rPr lang="en-US" sz="1800" dirty="0" err="1"/>
              <a:t>reszponzív</a:t>
            </a:r>
            <a:r>
              <a:rPr lang="en-US" sz="1800" dirty="0"/>
              <a:t> </a:t>
            </a:r>
            <a:r>
              <a:rPr lang="en-US" sz="1800" dirty="0" err="1"/>
              <a:t>felhasználói</a:t>
            </a:r>
            <a:r>
              <a:rPr lang="en-US" sz="1800" dirty="0"/>
              <a:t> </a:t>
            </a:r>
            <a:r>
              <a:rPr lang="en-US" sz="1800" dirty="0" err="1"/>
              <a:t>felületek</a:t>
            </a:r>
            <a:r>
              <a:rPr lang="en-US" sz="1800" dirty="0"/>
              <a:t> </a:t>
            </a:r>
            <a:r>
              <a:rPr lang="en-US" sz="1800" dirty="0" err="1"/>
              <a:t>kialakítását</a:t>
            </a:r>
            <a:r>
              <a:rPr lang="en-US" sz="1800" dirty="0"/>
              <a:t> modern </a:t>
            </a:r>
            <a:r>
              <a:rPr lang="en-US" sz="1800" dirty="0" err="1"/>
              <a:t>webalkalmazásokban</a:t>
            </a:r>
            <a:r>
              <a:rPr lang="en-US" sz="1800" dirty="0"/>
              <a:t>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8A4FFF"/>
                </a:solidFill>
              </a:rPr>
              <a:t>Backend ASP.NET Core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800" dirty="0"/>
              <a:t>Az ASP.NET Core </a:t>
            </a:r>
            <a:r>
              <a:rPr lang="en-US" sz="1800" dirty="0" err="1"/>
              <a:t>biztosítja</a:t>
            </a:r>
            <a:r>
              <a:rPr lang="en-US" sz="1800" dirty="0"/>
              <a:t> a </a:t>
            </a:r>
            <a:r>
              <a:rPr lang="en-US" sz="1800" dirty="0" err="1"/>
              <a:t>magas</a:t>
            </a:r>
            <a:r>
              <a:rPr lang="en-US" sz="1800" dirty="0"/>
              <a:t> </a:t>
            </a:r>
            <a:r>
              <a:rPr lang="en-US" sz="1800" dirty="0" err="1"/>
              <a:t>teljesítményt</a:t>
            </a:r>
            <a:r>
              <a:rPr lang="en-US" sz="1800" dirty="0"/>
              <a:t> </a:t>
            </a:r>
            <a:r>
              <a:rPr lang="en-US" sz="1800" dirty="0" err="1"/>
              <a:t>és</a:t>
            </a:r>
            <a:r>
              <a:rPr lang="en-US" sz="1800" dirty="0"/>
              <a:t> </a:t>
            </a:r>
            <a:r>
              <a:rPr lang="en-US" sz="1800" dirty="0" err="1"/>
              <a:t>biztonságos</a:t>
            </a:r>
            <a:r>
              <a:rPr lang="en-US" sz="1800" dirty="0"/>
              <a:t> </a:t>
            </a:r>
            <a:r>
              <a:rPr lang="en-US" sz="1800" dirty="0" err="1"/>
              <a:t>adatkezelést</a:t>
            </a:r>
            <a:r>
              <a:rPr lang="en-US" sz="1800" dirty="0"/>
              <a:t> a </a:t>
            </a:r>
            <a:r>
              <a:rPr lang="en-US" sz="1800" dirty="0" err="1"/>
              <a:t>szerveroldalon</a:t>
            </a:r>
            <a:r>
              <a:rPr lang="en-US" sz="1800" dirty="0"/>
              <a:t>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 err="1">
                <a:solidFill>
                  <a:srgbClr val="8A4FFF"/>
                </a:solidFill>
              </a:rPr>
              <a:t>Adatbázis</a:t>
            </a:r>
            <a:endParaRPr lang="en-US" b="1" dirty="0">
              <a:solidFill>
                <a:srgbClr val="8A4FFF"/>
              </a:solidFill>
            </a:endParaRP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800" dirty="0"/>
              <a:t>Az MSSQL </a:t>
            </a:r>
            <a:r>
              <a:rPr lang="en-US" sz="1800" dirty="0" err="1"/>
              <a:t>adatbázist</a:t>
            </a:r>
            <a:r>
              <a:rPr lang="en-US" sz="1800" dirty="0"/>
              <a:t> </a:t>
            </a:r>
            <a:r>
              <a:rPr lang="en-US" sz="1800" dirty="0" err="1"/>
              <a:t>az</a:t>
            </a:r>
            <a:r>
              <a:rPr lang="en-US" sz="1800" dirty="0"/>
              <a:t> Entity Framework Core </a:t>
            </a:r>
            <a:r>
              <a:rPr lang="en-US" sz="1800" dirty="0" err="1"/>
              <a:t>támogatja</a:t>
            </a:r>
            <a:r>
              <a:rPr lang="en-US" sz="1800" dirty="0"/>
              <a:t>, </a:t>
            </a:r>
            <a:r>
              <a:rPr lang="en-US" sz="1800" dirty="0" err="1"/>
              <a:t>ami</a:t>
            </a:r>
            <a:r>
              <a:rPr lang="en-US" sz="1800" dirty="0"/>
              <a:t> </a:t>
            </a:r>
            <a:r>
              <a:rPr lang="en-US" sz="1800" dirty="0" err="1"/>
              <a:t>hatékony</a:t>
            </a:r>
            <a:r>
              <a:rPr lang="en-US" sz="1800" dirty="0"/>
              <a:t> </a:t>
            </a:r>
            <a:r>
              <a:rPr lang="en-US" sz="1800" dirty="0" err="1"/>
              <a:t>és</a:t>
            </a:r>
            <a:r>
              <a:rPr lang="en-US" sz="1800" dirty="0"/>
              <a:t> </a:t>
            </a:r>
            <a:r>
              <a:rPr lang="en-US" sz="1800" dirty="0" err="1"/>
              <a:t>biztonságos</a:t>
            </a:r>
            <a:r>
              <a:rPr lang="en-US" sz="1800" dirty="0"/>
              <a:t> </a:t>
            </a:r>
            <a:r>
              <a:rPr lang="en-US" sz="1800" dirty="0" err="1"/>
              <a:t>adatkezelést</a:t>
            </a:r>
            <a:r>
              <a:rPr lang="en-US" sz="1800" dirty="0"/>
              <a:t> </a:t>
            </a:r>
            <a:r>
              <a:rPr lang="en-US" sz="1800" dirty="0" err="1"/>
              <a:t>eredményez</a:t>
            </a:r>
            <a:r>
              <a:rPr lang="en-US" sz="1800" dirty="0"/>
              <a:t>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8A4FFF"/>
                </a:solidFill>
              </a:rPr>
              <a:t>Swagger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800" dirty="0"/>
              <a:t>A Swagger </a:t>
            </a:r>
            <a:r>
              <a:rPr lang="en-US" sz="1800" dirty="0" err="1"/>
              <a:t>segítségével</a:t>
            </a:r>
            <a:r>
              <a:rPr lang="en-US" sz="1800" dirty="0"/>
              <a:t> </a:t>
            </a:r>
            <a:r>
              <a:rPr lang="en-US" sz="1800" dirty="0" err="1"/>
              <a:t>könnyen</a:t>
            </a:r>
            <a:r>
              <a:rPr lang="en-US" sz="1800" dirty="0"/>
              <a:t> </a:t>
            </a:r>
            <a:r>
              <a:rPr lang="en-US" sz="1800" dirty="0" err="1"/>
              <a:t>tesztelhető</a:t>
            </a:r>
            <a:r>
              <a:rPr lang="en-US" sz="1800" dirty="0"/>
              <a:t> </a:t>
            </a:r>
            <a:r>
              <a:rPr lang="en-US" sz="1800" dirty="0" err="1"/>
              <a:t>és</a:t>
            </a:r>
            <a:r>
              <a:rPr lang="en-US" sz="1800" dirty="0"/>
              <a:t> </a:t>
            </a:r>
            <a:r>
              <a:rPr lang="en-US" sz="1800" dirty="0" err="1"/>
              <a:t>fejleszthető</a:t>
            </a:r>
            <a:r>
              <a:rPr lang="en-US" sz="1800" dirty="0"/>
              <a:t> </a:t>
            </a:r>
            <a:r>
              <a:rPr lang="en-US" sz="1800" dirty="0" err="1"/>
              <a:t>az</a:t>
            </a:r>
            <a:r>
              <a:rPr lang="en-US" sz="1800" dirty="0"/>
              <a:t> API, </a:t>
            </a:r>
            <a:r>
              <a:rPr lang="en-US" sz="1800" dirty="0" err="1"/>
              <a:t>javítva</a:t>
            </a:r>
            <a:r>
              <a:rPr lang="en-US" sz="1800" dirty="0"/>
              <a:t> a </a:t>
            </a:r>
            <a:r>
              <a:rPr lang="en-US" sz="1800" dirty="0" err="1"/>
              <a:t>fejlesztési</a:t>
            </a:r>
            <a:r>
              <a:rPr lang="en-US" sz="1800" dirty="0"/>
              <a:t> </a:t>
            </a:r>
            <a:r>
              <a:rPr lang="en-US" sz="1800" dirty="0" err="1"/>
              <a:t>folyamatot</a:t>
            </a:r>
            <a:r>
              <a:rPr lang="en-US" sz="1800" dirty="0"/>
              <a:t>.</a:t>
            </a:r>
            <a:endParaRPr lang="hu-HU" sz="18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3964DF-F94C-E5E9-00C4-D42159A01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4800" y="6445997"/>
            <a:ext cx="457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DDF60B60-82CA-4BB9-BA6E-A62FADF2374B}" type="slidenum">
              <a:rPr lang="en-US" smtClean="0"/>
              <a:pPr rtl="0"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8209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8E52A-BB0F-E420-D2E3-43BFF6BC0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377073"/>
            <a:ext cx="9220201" cy="537327"/>
          </a:xfrm>
        </p:spPr>
        <p:txBody>
          <a:bodyPr anchor="t">
            <a:normAutofit fontScale="90000"/>
          </a:bodyPr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Backend </a:t>
            </a:r>
            <a:r>
              <a:rPr lang="en-US" dirty="0" err="1">
                <a:latin typeface="Aharoni" panose="02010803020104030203" pitchFamily="2" charset="-79"/>
                <a:cs typeface="Aharoni" panose="02010803020104030203" pitchFamily="2" charset="-79"/>
              </a:rPr>
              <a:t>technológiák</a:t>
            </a: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dirty="0" err="1">
                <a:latin typeface="Aharoni" panose="02010803020104030203" pitchFamily="2" charset="-79"/>
                <a:cs typeface="Aharoni" panose="02010803020104030203" pitchFamily="2" charset="-79"/>
              </a:rPr>
              <a:t>és</a:t>
            </a: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dirty="0" err="1">
                <a:latin typeface="Aharoni" panose="02010803020104030203" pitchFamily="2" charset="-79"/>
                <a:cs typeface="Aharoni" panose="02010803020104030203" pitchFamily="2" charset="-79"/>
              </a:rPr>
              <a:t>megoldások</a:t>
            </a:r>
            <a:endParaRPr lang="en-US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10916E-A137-C997-8F58-06C7E57FD66E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85799" y="1676400"/>
            <a:ext cx="9448802" cy="3810000"/>
          </a:xfrm>
        </p:spPr>
        <p:txBody>
          <a:bodyPr>
            <a:noAutofit/>
          </a:bodyPr>
          <a:lstStyle/>
          <a:p>
            <a:pPr>
              <a:buClr>
                <a:srgbClr val="8A4FFF"/>
              </a:buClr>
            </a:pPr>
            <a:r>
              <a:rPr lang="hu-HU" sz="2400" dirty="0"/>
              <a:t>ASP.NET </a:t>
            </a:r>
            <a:r>
              <a:rPr lang="hu-HU" sz="2400" dirty="0" err="1"/>
              <a:t>Core</a:t>
            </a:r>
            <a:r>
              <a:rPr lang="hu-HU" sz="2400" dirty="0"/>
              <a:t> Web API</a:t>
            </a:r>
          </a:p>
          <a:p>
            <a:pPr>
              <a:buClr>
                <a:srgbClr val="8A4FFF"/>
              </a:buClr>
            </a:pPr>
            <a:r>
              <a:rPr lang="hu-HU" sz="2400" dirty="0"/>
              <a:t>EF </a:t>
            </a:r>
            <a:r>
              <a:rPr lang="hu-HU" sz="2400" dirty="0" err="1"/>
              <a:t>Core</a:t>
            </a:r>
            <a:r>
              <a:rPr lang="hu-HU" sz="2400" dirty="0"/>
              <a:t> ORM + </a:t>
            </a:r>
            <a:r>
              <a:rPr lang="hu-HU" sz="2400" dirty="0" err="1"/>
              <a:t>Code-First</a:t>
            </a:r>
            <a:r>
              <a:rPr lang="hu-HU" sz="2400" dirty="0"/>
              <a:t> migrációk</a:t>
            </a:r>
          </a:p>
          <a:p>
            <a:pPr>
              <a:buClr>
                <a:srgbClr val="8A4FFF"/>
              </a:buClr>
            </a:pPr>
            <a:r>
              <a:rPr lang="hu-HU" sz="2400" dirty="0"/>
              <a:t>MSSQL adatbázis</a:t>
            </a:r>
          </a:p>
          <a:p>
            <a:pPr>
              <a:buClr>
                <a:srgbClr val="8A4FFF"/>
              </a:buClr>
            </a:pPr>
            <a:r>
              <a:rPr lang="hu-HU" sz="2400" dirty="0"/>
              <a:t>JWT alapú hitelesítés</a:t>
            </a:r>
          </a:p>
          <a:p>
            <a:pPr>
              <a:buClr>
                <a:srgbClr val="8A4FFF"/>
              </a:buClr>
            </a:pPr>
            <a:r>
              <a:rPr lang="hu-HU" sz="2400" dirty="0"/>
              <a:t>Rétegzett architektúra (</a:t>
            </a:r>
            <a:r>
              <a:rPr lang="hu-HU" sz="2400" dirty="0" err="1"/>
              <a:t>Entities</a:t>
            </a:r>
            <a:r>
              <a:rPr lang="hu-HU" sz="2400" dirty="0"/>
              <a:t> → Data → </a:t>
            </a:r>
            <a:r>
              <a:rPr lang="hu-HU" sz="2400" dirty="0" err="1"/>
              <a:t>Logic</a:t>
            </a:r>
            <a:r>
              <a:rPr lang="hu-HU" sz="2400" dirty="0"/>
              <a:t> → API)</a:t>
            </a:r>
          </a:p>
          <a:p>
            <a:pPr>
              <a:buClr>
                <a:srgbClr val="8A4FFF"/>
              </a:buClr>
            </a:pPr>
            <a:r>
              <a:rPr lang="hu-HU" sz="2400" dirty="0"/>
              <a:t>Base64 profilképtárolás + automatikus tömörítés</a:t>
            </a:r>
          </a:p>
          <a:p>
            <a:pPr>
              <a:buClr>
                <a:srgbClr val="8A4FFF"/>
              </a:buClr>
            </a:pPr>
            <a:r>
              <a:rPr lang="hu-HU" sz="2400" dirty="0"/>
              <a:t>Képfeldolgozás: ImageSharp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58CC6-C5E1-8F42-B504-A788A2DF1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4800" y="6445997"/>
            <a:ext cx="457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DDF60B60-82CA-4BB9-BA6E-A62FADF2374B}" type="slidenum">
              <a:rPr lang="en-US" smtClean="0"/>
              <a:pPr rtl="0"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49715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99769-BC4E-D679-1B10-97CE9E341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77072"/>
            <a:ext cx="4958078" cy="1225485"/>
          </a:xfrm>
        </p:spPr>
        <p:txBody>
          <a:bodyPr anchor="t">
            <a:normAutofit/>
          </a:bodyPr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Frontend </a:t>
            </a:r>
            <a:r>
              <a:rPr lang="en-US" dirty="0" err="1">
                <a:latin typeface="Aharoni" panose="02010803020104030203" pitchFamily="2" charset="-79"/>
                <a:cs typeface="Aharoni" panose="02010803020104030203" pitchFamily="2" charset="-79"/>
              </a:rPr>
              <a:t>technológiák</a:t>
            </a:r>
            <a:endParaRPr lang="en-US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2D6410-A47F-F1B6-569A-CE246BE385F6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57199" y="1586515"/>
            <a:ext cx="10130090" cy="4578284"/>
          </a:xfrm>
        </p:spPr>
        <p:txBody>
          <a:bodyPr>
            <a:normAutofit/>
          </a:bodyPr>
          <a:lstStyle/>
          <a:p>
            <a:pPr marL="285750" lvl="1" indent="-285750">
              <a:buClr>
                <a:srgbClr val="8A4FFF"/>
              </a:buClr>
            </a:pPr>
            <a:r>
              <a:rPr lang="hu-HU" sz="2400" dirty="0" err="1"/>
              <a:t>Angular</a:t>
            </a:r>
            <a:r>
              <a:rPr lang="hu-HU" sz="2400" dirty="0"/>
              <a:t> alapú komponensrendszer</a:t>
            </a:r>
          </a:p>
          <a:p>
            <a:pPr marL="285750" lvl="1" indent="-285750">
              <a:buClr>
                <a:srgbClr val="8A4FFF"/>
              </a:buClr>
            </a:pPr>
            <a:r>
              <a:rPr lang="hu-HU" sz="2400" dirty="0"/>
              <a:t>Moduláris architektúra (komponensek + </a:t>
            </a:r>
            <a:r>
              <a:rPr lang="hu-HU" sz="2400" dirty="0" err="1"/>
              <a:t>servicek</a:t>
            </a:r>
            <a:r>
              <a:rPr lang="hu-HU" sz="2400" dirty="0"/>
              <a:t> + </a:t>
            </a:r>
            <a:r>
              <a:rPr lang="hu-HU" sz="2400" dirty="0" err="1"/>
              <a:t>layoutok</a:t>
            </a:r>
            <a:r>
              <a:rPr lang="hu-HU" sz="2400" dirty="0"/>
              <a:t>)</a:t>
            </a:r>
          </a:p>
          <a:p>
            <a:pPr marL="285750" lvl="1" indent="-285750">
              <a:buClr>
                <a:srgbClr val="8A4FFF"/>
              </a:buClr>
            </a:pPr>
            <a:r>
              <a:rPr lang="hu-HU" sz="2400" dirty="0" err="1"/>
              <a:t>Reactive</a:t>
            </a:r>
            <a:r>
              <a:rPr lang="hu-HU" sz="2400" dirty="0"/>
              <a:t> </a:t>
            </a:r>
            <a:r>
              <a:rPr lang="hu-HU" sz="2400" dirty="0" err="1"/>
              <a:t>Forms</a:t>
            </a:r>
            <a:r>
              <a:rPr lang="hu-HU" sz="2400" dirty="0"/>
              <a:t> &amp; </a:t>
            </a:r>
            <a:r>
              <a:rPr lang="hu-HU" sz="2400" dirty="0" err="1"/>
              <a:t>HttpClient</a:t>
            </a:r>
            <a:endParaRPr lang="hu-HU" sz="2400" dirty="0"/>
          </a:p>
          <a:p>
            <a:pPr marL="285750" lvl="1" indent="-285750">
              <a:buClr>
                <a:srgbClr val="8A4FFF"/>
              </a:buClr>
            </a:pPr>
            <a:r>
              <a:rPr lang="hu-HU" sz="2400" dirty="0" err="1"/>
              <a:t>AuthInterceptor</a:t>
            </a:r>
            <a:r>
              <a:rPr lang="hu-HU" sz="2400" dirty="0"/>
              <a:t> JWT kezeléshez</a:t>
            </a:r>
          </a:p>
          <a:p>
            <a:pPr marL="285750" lvl="1" indent="-285750">
              <a:buClr>
                <a:srgbClr val="8A4FFF"/>
              </a:buClr>
            </a:pPr>
            <a:r>
              <a:rPr lang="hu-HU" sz="2400" dirty="0"/>
              <a:t>Reszponzív UI </a:t>
            </a:r>
            <a:r>
              <a:rPr lang="hu-HU" sz="2400" dirty="0" err="1"/>
              <a:t>Bootstrap</a:t>
            </a:r>
            <a:r>
              <a:rPr lang="hu-HU" sz="2400" dirty="0"/>
              <a:t> segítségével</a:t>
            </a:r>
          </a:p>
          <a:p>
            <a:pPr marL="285750" lvl="1" indent="-285750">
              <a:buClr>
                <a:srgbClr val="8A4FFF"/>
              </a:buClr>
            </a:pPr>
            <a:r>
              <a:rPr lang="hu-HU" sz="2400" dirty="0"/>
              <a:t>Saját komponenskönyvtár (</a:t>
            </a:r>
            <a:r>
              <a:rPr lang="hu-HU" sz="2400" dirty="0" err="1"/>
              <a:t>material</a:t>
            </a:r>
            <a:r>
              <a:rPr lang="hu-HU" sz="2400" dirty="0"/>
              <a:t> </a:t>
            </a:r>
            <a:r>
              <a:rPr lang="hu-HU" sz="2400" dirty="0" err="1"/>
              <a:t>card</a:t>
            </a:r>
            <a:r>
              <a:rPr lang="hu-HU" sz="2400" dirty="0"/>
              <a:t>, </a:t>
            </a:r>
            <a:r>
              <a:rPr lang="hu-HU" sz="2400" dirty="0" err="1"/>
              <a:t>search</a:t>
            </a:r>
            <a:r>
              <a:rPr lang="hu-HU" sz="2400" dirty="0"/>
              <a:t>, </a:t>
            </a:r>
            <a:r>
              <a:rPr lang="hu-HU" sz="2400" dirty="0" err="1"/>
              <a:t>rating</a:t>
            </a:r>
            <a:r>
              <a:rPr lang="hu-HU" sz="2400" dirty="0"/>
              <a:t> stb.)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78B758-B784-C786-440C-CE2B6F0F7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4800" y="6445997"/>
            <a:ext cx="457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DDF60B60-82CA-4BB9-BA6E-A62FADF2374B}" type="slidenum">
              <a:rPr lang="en-US" smtClean="0"/>
              <a:pPr rtl="0"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23035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rgbClr val="8A4FFF"/>
            </a:gs>
            <a:gs pos="54000">
              <a:schemeClr val="accent5">
                <a:lumMod val="45000"/>
                <a:lumOff val="55000"/>
              </a:schemeClr>
            </a:gs>
            <a:gs pos="79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39FE-3472-0675-2C6A-3C5D526E9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1232" y="302958"/>
            <a:ext cx="3909536" cy="724817"/>
          </a:xfrm>
        </p:spPr>
        <p:txBody>
          <a:bodyPr anchor="b">
            <a:normAutofit/>
          </a:bodyPr>
          <a:lstStyle/>
          <a:p>
            <a:r>
              <a:rPr lang="en-US" b="1" dirty="0" err="1">
                <a:latin typeface="Aharoni" panose="02010803020104030203" pitchFamily="2" charset="-79"/>
                <a:cs typeface="Aharoni" panose="02010803020104030203" pitchFamily="2" charset="-79"/>
              </a:rPr>
              <a:t>Külső</a:t>
            </a:r>
            <a:r>
              <a:rPr lang="en-US" b="1" dirty="0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b="1" dirty="0" err="1">
                <a:latin typeface="Aharoni" panose="02010803020104030203" pitchFamily="2" charset="-79"/>
                <a:cs typeface="Aharoni" panose="02010803020104030203" pitchFamily="2" charset="-79"/>
              </a:rPr>
              <a:t>könyvtárak</a:t>
            </a:r>
            <a:endParaRPr lang="en-US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416AD-3C3E-1DE8-1118-2148155C7FB3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477000" y="1202317"/>
            <a:ext cx="5715000" cy="5410200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hu-HU" sz="2800" b="1" dirty="0">
                <a:solidFill>
                  <a:srgbClr val="8A4FFF"/>
                </a:solidFill>
              </a:rPr>
              <a:t>Backend </a:t>
            </a:r>
            <a:r>
              <a:rPr lang="hu-HU" sz="2800" b="1" dirty="0" err="1">
                <a:solidFill>
                  <a:srgbClr val="8A4FFF"/>
                </a:solidFill>
              </a:rPr>
              <a:t>nuget</a:t>
            </a:r>
            <a:endParaRPr lang="hu-HU" sz="2800" b="1" dirty="0">
              <a:solidFill>
                <a:srgbClr val="8A4FFF"/>
              </a:solidFill>
            </a:endParaRPr>
          </a:p>
          <a:p>
            <a:pPr>
              <a:buClr>
                <a:srgbClr val="8A4FFF"/>
              </a:buClr>
            </a:pPr>
            <a:r>
              <a:rPr lang="en-US" sz="2400" dirty="0" err="1"/>
              <a:t>ImageSharp</a:t>
            </a:r>
            <a:r>
              <a:rPr lang="en-US" sz="2400" dirty="0"/>
              <a:t> – </a:t>
            </a:r>
            <a:r>
              <a:rPr lang="en-US" sz="2400" dirty="0" err="1"/>
              <a:t>képfeldolgozás</a:t>
            </a:r>
            <a:r>
              <a:rPr lang="en-US" sz="2400" dirty="0"/>
              <a:t> </a:t>
            </a:r>
            <a:r>
              <a:rPr lang="en-US" sz="2400" dirty="0" err="1"/>
              <a:t>és</a:t>
            </a:r>
            <a:r>
              <a:rPr lang="en-US" sz="2400" dirty="0"/>
              <a:t> </a:t>
            </a:r>
            <a:r>
              <a:rPr lang="en-US" sz="2400" dirty="0" err="1"/>
              <a:t>tömörítés</a:t>
            </a:r>
            <a:endParaRPr lang="hu-HU" sz="2400" dirty="0"/>
          </a:p>
          <a:p>
            <a:pPr>
              <a:buClr>
                <a:srgbClr val="8A4FFF"/>
              </a:buClr>
            </a:pPr>
            <a:r>
              <a:rPr lang="en-US" sz="2400" dirty="0"/>
              <a:t>EF Core + </a:t>
            </a:r>
            <a:r>
              <a:rPr lang="hu-HU" sz="2400" dirty="0"/>
              <a:t>MS</a:t>
            </a:r>
            <a:r>
              <a:rPr lang="en-US" sz="2400" dirty="0"/>
              <a:t>SQL </a:t>
            </a:r>
            <a:r>
              <a:rPr lang="hu-HU" sz="2400" dirty="0"/>
              <a:t>- </a:t>
            </a:r>
            <a:r>
              <a:rPr lang="en-US" sz="2400" dirty="0" err="1"/>
              <a:t>adatbáziskezelés</a:t>
            </a:r>
            <a:endParaRPr lang="hu-HU" sz="2400" dirty="0"/>
          </a:p>
          <a:p>
            <a:pPr>
              <a:buClr>
                <a:srgbClr val="8A4FFF"/>
              </a:buClr>
            </a:pPr>
            <a:r>
              <a:rPr lang="en-US" sz="2400" dirty="0" err="1"/>
              <a:t>Microsoft.AspNetCore.Identity</a:t>
            </a:r>
            <a:r>
              <a:rPr lang="en-US" sz="2400" dirty="0"/>
              <a:t> – </a:t>
            </a:r>
            <a:r>
              <a:rPr lang="en-US" sz="2400" dirty="0" err="1"/>
              <a:t>felhasználó</a:t>
            </a:r>
            <a:r>
              <a:rPr lang="en-US" sz="2400" dirty="0"/>
              <a:t>- </a:t>
            </a:r>
            <a:r>
              <a:rPr lang="en-US" sz="2400" dirty="0" err="1"/>
              <a:t>és</a:t>
            </a:r>
            <a:r>
              <a:rPr lang="en-US" sz="2400" dirty="0"/>
              <a:t> </a:t>
            </a:r>
            <a:r>
              <a:rPr lang="en-US" sz="2400" dirty="0" err="1"/>
              <a:t>szerepkezelés</a:t>
            </a:r>
            <a:endParaRPr lang="hu-HU" sz="2400" dirty="0"/>
          </a:p>
          <a:p>
            <a:pPr>
              <a:buClr>
                <a:srgbClr val="8A4FFF"/>
              </a:buClr>
            </a:pPr>
            <a:r>
              <a:rPr lang="en-US" sz="2400" dirty="0"/>
              <a:t>Swagger / </a:t>
            </a:r>
            <a:r>
              <a:rPr lang="en-US" sz="2400" dirty="0" err="1"/>
              <a:t>Swashbuckle</a:t>
            </a:r>
            <a:r>
              <a:rPr lang="en-US" sz="2400" dirty="0"/>
              <a:t> – API </a:t>
            </a:r>
            <a:r>
              <a:rPr lang="en-US" sz="2400" dirty="0" err="1"/>
              <a:t>dokumentáció</a:t>
            </a:r>
            <a:endParaRPr lang="hu-HU" sz="2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DC895-9488-8B1E-E214-D3E1A842E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4800" y="6445997"/>
            <a:ext cx="457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DDF60B60-82CA-4BB9-BA6E-A62FADF2374B}" type="slidenum">
              <a:rPr lang="en-US" smtClean="0"/>
              <a:pPr rtl="0">
                <a:spcAft>
                  <a:spcPts val="600"/>
                </a:spcAft>
              </a:pPr>
              <a:t>10</a:t>
            </a:fld>
            <a:endParaRPr lang="en-US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2CFB78D-FF8A-F8F4-A523-5862B4F15004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33400" y="1202317"/>
            <a:ext cx="5029200" cy="5410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500"/>
              </a:spcBef>
              <a:buNone/>
            </a:pPr>
            <a:r>
              <a:rPr lang="hu-HU" sz="2800" b="1" dirty="0">
                <a:solidFill>
                  <a:srgbClr val="8A4FFF"/>
                </a:solidFill>
              </a:rPr>
              <a:t>Frontend </a:t>
            </a:r>
            <a:r>
              <a:rPr lang="hu-HU" sz="2800" b="1" dirty="0" err="1">
                <a:solidFill>
                  <a:srgbClr val="8A4FFF"/>
                </a:solidFill>
              </a:rPr>
              <a:t>npm</a:t>
            </a:r>
            <a:endParaRPr lang="en-US" sz="2800" b="1" dirty="0">
              <a:solidFill>
                <a:srgbClr val="8A4FFF"/>
              </a:solidFill>
            </a:endParaRPr>
          </a:p>
          <a:p>
            <a:pPr>
              <a:buClr>
                <a:srgbClr val="8A4FFF"/>
              </a:buClr>
            </a:pPr>
            <a:r>
              <a:rPr lang="hu-HU" sz="2400" dirty="0" err="1"/>
              <a:t>Bootstrap</a:t>
            </a:r>
            <a:r>
              <a:rPr lang="hu-HU" sz="2400" dirty="0"/>
              <a:t> – reszponzív </a:t>
            </a:r>
            <a:r>
              <a:rPr lang="hu-HU" sz="2400" dirty="0" err="1"/>
              <a:t>layout</a:t>
            </a:r>
            <a:endParaRPr lang="hu-HU" sz="2400" dirty="0"/>
          </a:p>
          <a:p>
            <a:pPr>
              <a:buClr>
                <a:srgbClr val="8A4FFF"/>
              </a:buClr>
            </a:pPr>
            <a:r>
              <a:rPr lang="hu-HU" sz="2400" dirty="0" err="1"/>
              <a:t>Ngx</a:t>
            </a:r>
            <a:r>
              <a:rPr lang="hu-HU" sz="2400" dirty="0"/>
              <a:t>-</a:t>
            </a:r>
            <a:r>
              <a:rPr lang="hu-HU" sz="2400" dirty="0" err="1"/>
              <a:t>Typed</a:t>
            </a:r>
            <a:r>
              <a:rPr lang="hu-HU" sz="2400" dirty="0"/>
              <a:t>-JS – animált szöveg a főoldalon</a:t>
            </a:r>
          </a:p>
          <a:p>
            <a:pPr>
              <a:buClr>
                <a:srgbClr val="8A4FFF"/>
              </a:buClr>
            </a:pPr>
            <a:r>
              <a:rPr lang="hu-HU" sz="2400" dirty="0" err="1"/>
              <a:t>Ngx-CountUp</a:t>
            </a:r>
            <a:r>
              <a:rPr lang="hu-HU" sz="2400" dirty="0"/>
              <a:t> – statisztikai számok animálása</a:t>
            </a:r>
          </a:p>
          <a:p>
            <a:pPr>
              <a:buClr>
                <a:srgbClr val="8A4FFF"/>
              </a:buClr>
            </a:pPr>
            <a:r>
              <a:rPr lang="hu-HU" sz="2400" dirty="0"/>
              <a:t>JWT-</a:t>
            </a:r>
            <a:r>
              <a:rPr lang="hu-HU" sz="2400" dirty="0" err="1"/>
              <a:t>decode</a:t>
            </a:r>
            <a:r>
              <a:rPr lang="hu-HU" sz="2400" dirty="0"/>
              <a:t> – </a:t>
            </a:r>
            <a:r>
              <a:rPr lang="hu-HU" sz="2400" dirty="0" err="1"/>
              <a:t>tokenek</a:t>
            </a:r>
            <a:r>
              <a:rPr lang="hu-HU" sz="2400" dirty="0"/>
              <a:t> feldolgozása</a:t>
            </a:r>
          </a:p>
          <a:p>
            <a:pPr marL="0" lvl="1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9435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9AE1D-B913-5D27-D983-1C1147FEB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19727"/>
            <a:ext cx="3909536" cy="723873"/>
          </a:xfrm>
        </p:spPr>
        <p:txBody>
          <a:bodyPr anchor="b">
            <a:normAutofit/>
          </a:bodyPr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SCRUM </a:t>
            </a:r>
            <a:r>
              <a:rPr lang="en-US" dirty="0" err="1">
                <a:latin typeface="Aharoni" panose="02010803020104030203" pitchFamily="2" charset="-79"/>
                <a:cs typeface="Aharoni" panose="02010803020104030203" pitchFamily="2" charset="-79"/>
              </a:rPr>
              <a:t>folyamat</a:t>
            </a:r>
            <a:endParaRPr lang="en-US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8" name="Content Placeholder 7" descr="Postit-ek az ablakon egy kabinban lévő munkaberendezésben.">
            <a:extLst>
              <a:ext uri="{FF2B5EF4-FFF2-40B4-BE49-F238E27FC236}">
                <a16:creationId xmlns:a16="http://schemas.microsoft.com/office/drawing/2014/main" id="{EF243181-F5FB-4E1F-AFF8-3C3449DB42A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8066" r="6083"/>
          <a:stretch>
            <a:fillRect/>
          </a:stretch>
        </p:blipFill>
        <p:spPr>
          <a:xfrm>
            <a:off x="6553200" y="2095473"/>
            <a:ext cx="4724380" cy="4157519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A32D11-059C-662B-3B85-1D406C3CDB57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57200" y="1524000"/>
            <a:ext cx="5943598" cy="4157519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hu-HU" b="1" dirty="0">
                <a:solidFill>
                  <a:srgbClr val="8A4FFF"/>
                </a:solidFill>
              </a:rPr>
              <a:t>Sprint struktúra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hu-HU" sz="1800" dirty="0"/>
              <a:t>A fejlesztés három sprintből állt, az első kettő teljes értékű, a harmadik mini sprintként zárta a ciklust.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hu-HU" b="1" dirty="0">
                <a:solidFill>
                  <a:srgbClr val="8A4FFF"/>
                </a:solidFill>
              </a:rPr>
              <a:t>Kulcsesemények minden sprintben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hu-HU" sz="1800" dirty="0"/>
              <a:t>Minden sprintben tervezés, </a:t>
            </a:r>
            <a:r>
              <a:rPr lang="hu-HU" sz="1800" dirty="0" err="1"/>
              <a:t>refinement</a:t>
            </a:r>
            <a:r>
              <a:rPr lang="hu-HU" sz="1800" dirty="0"/>
              <a:t> és zárás </a:t>
            </a:r>
            <a:r>
              <a:rPr lang="hu-HU" sz="1800" dirty="0" err="1"/>
              <a:t>retrospektívvel</a:t>
            </a:r>
            <a:r>
              <a:rPr lang="hu-HU" sz="1800" dirty="0"/>
              <a:t> történt a hatékony munkaszervezésért.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hu-HU" b="1" dirty="0">
                <a:solidFill>
                  <a:srgbClr val="8A4FFF"/>
                </a:solidFill>
              </a:rPr>
              <a:t>Időbeli ütemezés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hu-HU" sz="1800" dirty="0"/>
              <a:t>Az események dátumok szerint sorakoztak, biztosítva a folyamatos fejlődést és csapatmunkát.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22A634-A433-46C5-CC69-1AE0104EE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4800" y="6445997"/>
            <a:ext cx="457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DDF60B60-82CA-4BB9-BA6E-A62FADF2374B}" type="slidenum">
              <a:rPr lang="en-US" smtClean="0"/>
              <a:pPr rtl="0"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39006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rgbClr val="8A4FFF"/>
            </a:gs>
            <a:gs pos="74000">
              <a:schemeClr val="accent5">
                <a:lumMod val="45000"/>
                <a:lumOff val="55000"/>
              </a:schemeClr>
            </a:gs>
            <a:gs pos="6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95B66-066D-7C16-B77E-0D4E56996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899" y="530259"/>
            <a:ext cx="4958078" cy="688942"/>
          </a:xfrm>
        </p:spPr>
        <p:txBody>
          <a:bodyPr anchor="t">
            <a:normAutofit/>
          </a:bodyPr>
          <a:lstStyle/>
          <a:p>
            <a:r>
              <a:rPr lang="en-US" dirty="0" err="1">
                <a:latin typeface="Aharoni" panose="02010803020104030203" pitchFamily="2" charset="-79"/>
                <a:cs typeface="Aharoni" panose="02010803020104030203" pitchFamily="2" charset="-79"/>
              </a:rPr>
              <a:t>Verziók</a:t>
            </a:r>
            <a:r>
              <a:rPr lang="hu-HU" dirty="0" err="1">
                <a:latin typeface="Aharoni" panose="02010803020104030203" pitchFamily="2" charset="-79"/>
                <a:cs typeface="Aharoni" panose="02010803020104030203" pitchFamily="2" charset="-79"/>
              </a:rPr>
              <a:t>övetés</a:t>
            </a:r>
            <a:r>
              <a:rPr lang="en-US" dirty="0" err="1">
                <a:latin typeface="Aharoni" panose="02010803020104030203" pitchFamily="2" charset="-79"/>
                <a:cs typeface="Aharoni" panose="02010803020104030203" pitchFamily="2" charset="-79"/>
              </a:rPr>
              <a:t>i</a:t>
            </a: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dirty="0" err="1">
                <a:latin typeface="Aharoni" panose="02010803020104030203" pitchFamily="2" charset="-79"/>
                <a:cs typeface="Aharoni" panose="02010803020104030203" pitchFamily="2" charset="-79"/>
              </a:rPr>
              <a:t>stratégia</a:t>
            </a:r>
            <a:endParaRPr lang="en-US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D9C326-C3B5-68C1-551A-975A3AB26A20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715000" y="1752600"/>
            <a:ext cx="6248400" cy="3874039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hu-HU" sz="1600" b="1" dirty="0">
                <a:solidFill>
                  <a:srgbClr val="8A4FFF"/>
                </a:solidFill>
              </a:rPr>
              <a:t>GitHub verziókövetés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hu-HU" dirty="0"/>
              <a:t>A projekt kódját biztonságosan tároltuk és kezeltük GitHub verziókezelő platformon.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hu-HU" sz="1600" b="1" dirty="0" err="1">
                <a:solidFill>
                  <a:srgbClr val="8A4FFF"/>
                </a:solidFill>
              </a:rPr>
              <a:t>Branch</a:t>
            </a:r>
            <a:r>
              <a:rPr lang="hu-HU" sz="1600" b="1" dirty="0">
                <a:solidFill>
                  <a:srgbClr val="8A4FFF"/>
                </a:solidFill>
              </a:rPr>
              <a:t>-stratégia felépítése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hu-HU" dirty="0"/>
              <a:t>Három fő ágat alkalmaztunk: main a stabil verzióknak, </a:t>
            </a:r>
            <a:r>
              <a:rPr lang="hu-HU" dirty="0" err="1"/>
              <a:t>development</a:t>
            </a:r>
            <a:r>
              <a:rPr lang="hu-HU" dirty="0"/>
              <a:t> a fejlesztésnek, </a:t>
            </a:r>
            <a:r>
              <a:rPr lang="hu-HU" dirty="0" err="1"/>
              <a:t>feature</a:t>
            </a:r>
            <a:r>
              <a:rPr lang="hu-HU" dirty="0"/>
              <a:t> ágak a funkcióknak.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hu-HU" sz="1600" b="1" dirty="0" err="1">
                <a:solidFill>
                  <a:srgbClr val="8A4FFF"/>
                </a:solidFill>
              </a:rPr>
              <a:t>Pull</a:t>
            </a:r>
            <a:r>
              <a:rPr lang="hu-HU" sz="1600" b="1" dirty="0">
                <a:solidFill>
                  <a:srgbClr val="8A4FFF"/>
                </a:solidFill>
              </a:rPr>
              <a:t> </a:t>
            </a:r>
            <a:r>
              <a:rPr lang="hu-HU" sz="1600" b="1" dirty="0" err="1">
                <a:solidFill>
                  <a:srgbClr val="8A4FFF"/>
                </a:solidFill>
              </a:rPr>
              <a:t>Request</a:t>
            </a:r>
            <a:r>
              <a:rPr lang="hu-HU" sz="1600" b="1" dirty="0">
                <a:solidFill>
                  <a:srgbClr val="8A4FFF"/>
                </a:solidFill>
              </a:rPr>
              <a:t> folyamat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hu-HU" dirty="0"/>
              <a:t>Minden módosítás </a:t>
            </a:r>
            <a:r>
              <a:rPr lang="hu-HU" dirty="0" err="1"/>
              <a:t>Pull</a:t>
            </a:r>
            <a:r>
              <a:rPr lang="hu-HU" dirty="0"/>
              <a:t> </a:t>
            </a:r>
            <a:r>
              <a:rPr lang="hu-HU" dirty="0" err="1"/>
              <a:t>Request</a:t>
            </a:r>
            <a:r>
              <a:rPr lang="hu-HU" dirty="0"/>
              <a:t> útján történt legalább 2 fejlesztő ellenőrzésével, biztosítva a kódminőséget és átláthatóságot.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85FD5F-0D9D-6AC7-070C-BF70E59CB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4800" y="6445997"/>
            <a:ext cx="457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DDF60B60-82CA-4BB9-BA6E-A62FADF2374B}" type="slidenum">
              <a:rPr lang="en-US" smtClean="0"/>
              <a:pPr rtl="0">
                <a:spcAft>
                  <a:spcPts val="600"/>
                </a:spcAft>
              </a:pPr>
              <a:t>12</a:t>
            </a:fld>
            <a:endParaRPr lang="en-US"/>
          </a:p>
        </p:txBody>
      </p:sp>
      <p:pic>
        <p:nvPicPr>
          <p:cNvPr id="9" name="Kép 8" descr="A képen Grafika, clipart, lila, rajzfilm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65B68C9D-86E9-18FF-B158-5A51D2D0AD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4817" r="93578">
                        <a14:foregroundMark x1="27294" y1="50857" x2="30734" y2="34000"/>
                        <a14:foregroundMark x1="30734" y1="34000" x2="75917" y2="40857"/>
                        <a14:foregroundMark x1="75917" y1="40857" x2="72936" y2="24286"/>
                        <a14:foregroundMark x1="72936" y1="24286" x2="64450" y2="7714"/>
                        <a14:foregroundMark x1="64450" y1="7714" x2="52064" y2="7714"/>
                        <a14:foregroundMark x1="52064" y1="7714" x2="45183" y2="19714"/>
                        <a14:foregroundMark x1="45183" y1="19714" x2="46330" y2="35429"/>
                        <a14:foregroundMark x1="46330" y1="35429" x2="57569" y2="46000"/>
                        <a14:foregroundMark x1="57569" y1="46000" x2="72018" y2="50286"/>
                        <a14:foregroundMark x1="72018" y1="50286" x2="79358" y2="65714"/>
                        <a14:foregroundMark x1="79358" y1="65714" x2="90826" y2="75429"/>
                        <a14:foregroundMark x1="90826" y1="75429" x2="79587" y2="79714"/>
                        <a14:foregroundMark x1="79587" y1="79714" x2="16743" y2="74571"/>
                        <a14:foregroundMark x1="16743" y1="74571" x2="32339" y2="51429"/>
                        <a14:foregroundMark x1="32339" y1="51429" x2="48624" y2="56857"/>
                        <a14:foregroundMark x1="48624" y1="56857" x2="41514" y2="68000"/>
                        <a14:foregroundMark x1="41514" y1="68000" x2="53211" y2="60857"/>
                        <a14:foregroundMark x1="53211" y1="60857" x2="54128" y2="62286"/>
                        <a14:foregroundMark x1="11697" y1="79714" x2="4817" y2="80000"/>
                        <a14:foregroundMark x1="10321" y1="78571" x2="4817" y2="74000"/>
                        <a14:foregroundMark x1="13073" y1="74857" x2="11009" y2="68571"/>
                        <a14:foregroundMark x1="11239" y1="77429" x2="9633" y2="60857"/>
                        <a14:foregroundMark x1="9633" y1="60857" x2="14220" y2="69143"/>
                        <a14:foregroundMark x1="86468" y1="69143" x2="85780" y2="62857"/>
                        <a14:foregroundMark x1="92431" y1="73714" x2="93578" y2="68571"/>
                        <a14:foregroundMark x1="77752" y1="58857" x2="77294" y2="38000"/>
                        <a14:foregroundMark x1="53899" y1="52000" x2="45642" y2="43429"/>
                        <a14:foregroundMark x1="37844" y1="66857" x2="30275" y2="65429"/>
                        <a14:foregroundMark x1="13532" y1="43143" x2="13563" y2="43311"/>
                        <a14:foregroundMark x1="26481" y1="12477" x2="27064" y2="12000"/>
                        <a14:foregroundMark x1="27064" y1="12000" x2="26986" y2="12609"/>
                        <a14:foregroundMark x1="23772" y1="31117" x2="23434" y2="31495"/>
                        <a14:backgroundMark x1="12156" y1="48000" x2="20413" y2="24571"/>
                        <a14:backgroundMark x1="20413" y1="24571" x2="7339" y2="17429"/>
                        <a14:backgroundMark x1="7339" y1="17429" x2="7339" y2="17429"/>
                        <a14:backgroundMark x1="14450" y1="30571" x2="10780" y2="24571"/>
                        <a14:backgroundMark x1="13532" y1="43429" x2="15596" y2="21143"/>
                        <a14:backgroundMark x1="15596" y1="21143" x2="11239" y2="36571"/>
                        <a14:backgroundMark x1="11239" y1="36571" x2="10780" y2="24000"/>
                        <a14:backgroundMark x1="10780" y1="40000" x2="22248" y2="35714"/>
                        <a14:backgroundMark x1="22248" y1="35714" x2="23853" y2="14000"/>
                        <a14:backgroundMark x1="22018" y1="31714" x2="22936" y2="14571"/>
                        <a14:backgroundMark x1="22936" y1="14571" x2="22248" y2="10571"/>
                        <a14:backgroundMark x1="15138" y1="16000" x2="19954" y2="30000"/>
                        <a14:backgroundMark x1="19954" y1="30000" x2="33945" y2="16571"/>
                        <a14:backgroundMark x1="33945" y1="16571" x2="17661" y2="20857"/>
                        <a14:backgroundMark x1="17661" y1="20857" x2="17431" y2="21714"/>
                        <a14:backgroundMark x1="26606" y1="12857" x2="25459" y2="11143"/>
                        <a14:backgroundMark x1="25229" y1="22286" x2="26376" y2="10571"/>
                        <a14:backgroundMark x1="22477" y1="17714" x2="21560" y2="17143"/>
                        <a14:backgroundMark x1="27752" y1="12857" x2="23853" y2="31143"/>
                        <a14:backgroundMark x1="26376" y1="12857" x2="26147" y2="10286"/>
                        <a14:backgroundMark x1="22477" y1="32000" x2="22477" y2="32000"/>
                        <a14:backgroundMark x1="23394" y1="31429" x2="22248" y2="31714"/>
                        <a14:backgroundMark x1="26606" y1="15714" x2="26147" y2="1228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5800" y="1905000"/>
            <a:ext cx="4461402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601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rgbClr val="8A4FFF"/>
            </a:gs>
            <a:gs pos="52000">
              <a:schemeClr val="accent5">
                <a:lumMod val="45000"/>
                <a:lumOff val="55000"/>
              </a:schemeClr>
            </a:gs>
            <a:gs pos="76000">
              <a:schemeClr val="accent5">
                <a:lumMod val="45000"/>
                <a:lumOff val="55000"/>
              </a:schemeClr>
            </a:gs>
            <a:gs pos="92000">
              <a:schemeClr val="accent5">
                <a:lumMod val="30000"/>
                <a:lumOff val="7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D7901-9C52-A5DE-466F-A9162D3F5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0" y="414965"/>
            <a:ext cx="4847999" cy="728036"/>
          </a:xfrm>
        </p:spPr>
        <p:txBody>
          <a:bodyPr anchor="b">
            <a:normAutofit fontScale="90000"/>
          </a:bodyPr>
          <a:lstStyle/>
          <a:p>
            <a:r>
              <a:rPr lang="en-US" dirty="0" err="1">
                <a:latin typeface="Aharoni" panose="02010803020104030203" pitchFamily="2" charset="-79"/>
                <a:cs typeface="Aharoni" panose="02010803020104030203" pitchFamily="2" charset="-79"/>
              </a:rPr>
              <a:t>Csapatmunka</a:t>
            </a: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dirty="0" err="1">
                <a:latin typeface="Aharoni" panose="02010803020104030203" pitchFamily="2" charset="-79"/>
                <a:cs typeface="Aharoni" panose="02010803020104030203" pitchFamily="2" charset="-79"/>
              </a:rPr>
              <a:t>értékelése</a:t>
            </a:r>
            <a:endParaRPr lang="en-US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B55210-4BD5-54F6-787C-79D735587215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705600" y="1683847"/>
            <a:ext cx="5181600" cy="4488353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hu-HU" b="1" dirty="0">
                <a:solidFill>
                  <a:srgbClr val="8A4FFF"/>
                </a:solidFill>
              </a:rPr>
              <a:t>Szakmai alkalmazkodás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hu-HU" dirty="0"/>
              <a:t>A csapat gyorsan reagált a változásokra, és a fejlesztés során stabil backend –frontend kapcsolatot hozott létre.</a:t>
            </a:r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hu-HU" b="1" dirty="0">
                <a:solidFill>
                  <a:srgbClr val="8A4FFF"/>
                </a:solidFill>
              </a:rPr>
              <a:t>Hatékony kommunikáció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hu-HU" dirty="0"/>
              <a:t>Erős kommunikáció és együttműködés jellemezte a csapatot, ami elősegítette a projekt sikerét.</a:t>
            </a:r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hu-HU" b="1" dirty="0">
                <a:solidFill>
                  <a:srgbClr val="8A4FFF"/>
                </a:solidFill>
              </a:rPr>
              <a:t>Közös problémamegoldás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hu-HU" dirty="0"/>
              <a:t>A csapattagok támogatása és közös problémamegoldása növelte az együttműködés minőségét és motivációt.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66C4F-B3EA-AD0F-41B1-833DC0555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4800" y="6445997"/>
            <a:ext cx="457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DDF60B60-82CA-4BB9-BA6E-A62FADF2374B}" type="slidenum">
              <a:rPr lang="en-US" smtClean="0"/>
              <a:pPr rtl="0">
                <a:spcAft>
                  <a:spcPts val="600"/>
                </a:spcAft>
              </a:pPr>
              <a:t>13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7288245-EDB6-BF32-63BD-CC409409F8D6}"/>
              </a:ext>
            </a:extLst>
          </p:cNvPr>
          <p:cNvSpPr txBox="1">
            <a:spLocks/>
          </p:cNvSpPr>
          <p:nvPr/>
        </p:nvSpPr>
        <p:spPr>
          <a:xfrm>
            <a:off x="1219200" y="152401"/>
            <a:ext cx="3909536" cy="990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latin typeface="Aharoni" panose="02010803020104030203" pitchFamily="2" charset="-79"/>
                <a:cs typeface="Aharoni" panose="02010803020104030203" pitchFamily="2" charset="-79"/>
              </a:rPr>
              <a:t>Munkamegosztás</a:t>
            </a:r>
            <a:endParaRPr lang="en-US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7F9B6AE1-8741-B1E6-A82B-9B6F443460D7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1219200" y="1683847"/>
            <a:ext cx="4572000" cy="428795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2200" b="1" dirty="0" err="1"/>
              <a:t>Feladatmegosztás</a:t>
            </a:r>
            <a:r>
              <a:rPr lang="en-US" sz="2200" b="1" dirty="0"/>
              <a:t> </a:t>
            </a:r>
            <a:r>
              <a:rPr lang="en-US" sz="2200" b="1" dirty="0" err="1"/>
              <a:t>aránya</a:t>
            </a:r>
            <a:endParaRPr lang="en-US" sz="2200" b="1" dirty="0"/>
          </a:p>
          <a:p>
            <a:pPr marL="0" indent="0">
              <a:spcBef>
                <a:spcPts val="2500"/>
              </a:spcBef>
              <a:buNone/>
            </a:pPr>
            <a:r>
              <a:rPr lang="hu-HU" sz="1600" dirty="0"/>
              <a:t>Nagy Zsombor – </a:t>
            </a:r>
            <a:r>
              <a:rPr lang="hu-HU" sz="1600" dirty="0" err="1"/>
              <a:t>Architect</a:t>
            </a:r>
            <a:r>
              <a:rPr lang="hu-HU" sz="1600" dirty="0"/>
              <a:t>:  </a:t>
            </a:r>
            <a:r>
              <a:rPr lang="hu-HU" sz="1600" b="1" dirty="0">
                <a:solidFill>
                  <a:srgbClr val="8A4FFF"/>
                </a:solidFill>
              </a:rPr>
              <a:t>20%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hu-HU" sz="1600" dirty="0"/>
              <a:t>Bátori András - Frontend </a:t>
            </a:r>
            <a:r>
              <a:rPr lang="hu-HU" sz="1600" dirty="0" err="1"/>
              <a:t>developer</a:t>
            </a:r>
            <a:r>
              <a:rPr lang="hu-HU" sz="1600" dirty="0"/>
              <a:t>: </a:t>
            </a:r>
            <a:r>
              <a:rPr lang="hu-HU" sz="1600" b="1" dirty="0">
                <a:solidFill>
                  <a:srgbClr val="8A4FFF"/>
                </a:solidFill>
              </a:rPr>
              <a:t>15%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hu-HU" sz="1600" dirty="0" err="1"/>
              <a:t>Hanusz</a:t>
            </a:r>
            <a:r>
              <a:rPr lang="hu-HU" sz="1600" dirty="0"/>
              <a:t> Bettina Alexandra - Frontend </a:t>
            </a:r>
            <a:r>
              <a:rPr lang="hu-HU" sz="1600" dirty="0" err="1"/>
              <a:t>developer</a:t>
            </a:r>
            <a:r>
              <a:rPr lang="hu-HU" sz="1600" dirty="0"/>
              <a:t>: </a:t>
            </a:r>
            <a:r>
              <a:rPr lang="hu-HU" sz="1600" b="1" dirty="0">
                <a:solidFill>
                  <a:srgbClr val="8A4FFF"/>
                </a:solidFill>
              </a:rPr>
              <a:t>14%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hu-HU" sz="1600" dirty="0"/>
              <a:t>Tolnai Levente - Frontend </a:t>
            </a:r>
            <a:r>
              <a:rPr lang="hu-HU" sz="1600" dirty="0" err="1"/>
              <a:t>developer</a:t>
            </a:r>
            <a:r>
              <a:rPr lang="hu-HU" sz="1600" dirty="0"/>
              <a:t>: </a:t>
            </a:r>
            <a:r>
              <a:rPr lang="hu-HU" sz="1600" b="1" dirty="0">
                <a:solidFill>
                  <a:srgbClr val="8A4FFF"/>
                </a:solidFill>
              </a:rPr>
              <a:t>9%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hu-HU" sz="1600" dirty="0" err="1"/>
              <a:t>Zádori</a:t>
            </a:r>
            <a:r>
              <a:rPr lang="hu-HU" sz="1600" dirty="0"/>
              <a:t> Áron - Backend </a:t>
            </a:r>
            <a:r>
              <a:rPr lang="hu-HU" sz="1600" dirty="0" err="1"/>
              <a:t>developer</a:t>
            </a:r>
            <a:r>
              <a:rPr lang="hu-HU" sz="1600" dirty="0"/>
              <a:t>: </a:t>
            </a:r>
            <a:r>
              <a:rPr lang="hu-HU" sz="1600" b="1" dirty="0">
                <a:solidFill>
                  <a:srgbClr val="8A4FFF"/>
                </a:solidFill>
              </a:rPr>
              <a:t>14%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hu-HU" sz="1600" dirty="0"/>
              <a:t>Keserű Gergely Márton - Backend </a:t>
            </a:r>
            <a:r>
              <a:rPr lang="hu-HU" sz="1600" dirty="0" err="1"/>
              <a:t>developer</a:t>
            </a:r>
            <a:r>
              <a:rPr lang="hu-HU" sz="1600" dirty="0"/>
              <a:t>: </a:t>
            </a:r>
            <a:r>
              <a:rPr lang="hu-HU" sz="1600" b="1" dirty="0">
                <a:solidFill>
                  <a:srgbClr val="8A4FFF"/>
                </a:solidFill>
              </a:rPr>
              <a:t>14%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hu-HU" sz="1600" dirty="0"/>
              <a:t>Fenyvesi Barnabás – Manager: </a:t>
            </a:r>
            <a:r>
              <a:rPr lang="hu-HU" sz="1600" b="1" dirty="0">
                <a:solidFill>
                  <a:srgbClr val="8A4FFF"/>
                </a:solidFill>
              </a:rPr>
              <a:t>14%</a:t>
            </a:r>
          </a:p>
          <a:p>
            <a:pPr marL="0" indent="0">
              <a:spcBef>
                <a:spcPts val="2500"/>
              </a:spcBef>
              <a:buNone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916012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C27ED-5421-0D97-4AE0-989983E64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77072"/>
            <a:ext cx="4958078" cy="994528"/>
          </a:xfrm>
        </p:spPr>
        <p:txBody>
          <a:bodyPr anchor="t">
            <a:normAutofit/>
          </a:bodyPr>
          <a:lstStyle/>
          <a:p>
            <a:r>
              <a:rPr lang="en-US" dirty="0" err="1">
                <a:latin typeface="Aharoni" panose="02010803020104030203" pitchFamily="2" charset="-79"/>
                <a:cs typeface="Aharoni" panose="02010803020104030203" pitchFamily="2" charset="-79"/>
              </a:rPr>
              <a:t>Technikai</a:t>
            </a: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dirty="0" err="1">
                <a:latin typeface="Aharoni" panose="02010803020104030203" pitchFamily="2" charset="-79"/>
                <a:cs typeface="Aharoni" panose="02010803020104030203" pitchFamily="2" charset="-79"/>
              </a:rPr>
              <a:t>kihívások</a:t>
            </a:r>
            <a:endParaRPr lang="en-US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8" name="Content Placeholder 7" descr="Számítógépes szkript a képernyőn">
            <a:extLst>
              <a:ext uri="{FF2B5EF4-FFF2-40B4-BE49-F238E27FC236}">
                <a16:creationId xmlns:a16="http://schemas.microsoft.com/office/drawing/2014/main" id="{AE65A096-28AE-45C1-B800-661D6F9A5AB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r="15461"/>
          <a:stretch>
            <a:fillRect/>
          </a:stretch>
        </p:blipFill>
        <p:spPr>
          <a:xfrm>
            <a:off x="6291455" y="1602557"/>
            <a:ext cx="4689645" cy="3702797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AEAF23-803A-DC6B-9602-3E286FCAAD05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340927" y="1371600"/>
            <a:ext cx="5558655" cy="4191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hu-HU" b="1" dirty="0" err="1">
                <a:solidFill>
                  <a:srgbClr val="8A4FFF"/>
                </a:solidFill>
              </a:rPr>
              <a:t>Git</a:t>
            </a:r>
            <a:r>
              <a:rPr lang="hu-HU" b="1" dirty="0">
                <a:solidFill>
                  <a:srgbClr val="8A4FFF"/>
                </a:solidFill>
              </a:rPr>
              <a:t> használat</a:t>
            </a:r>
          </a:p>
          <a:p>
            <a:pPr>
              <a:buClr>
                <a:srgbClr val="8A4FFF"/>
              </a:buClr>
            </a:pPr>
            <a:r>
              <a:rPr lang="hu-HU" dirty="0"/>
              <a:t>A verziókezelés eleinte nehézséget jelentett, főleg a </a:t>
            </a:r>
            <a:r>
              <a:rPr lang="hu-HU" dirty="0" err="1"/>
              <a:t>branch</a:t>
            </a:r>
            <a:r>
              <a:rPr lang="hu-HU" dirty="0"/>
              <a:t>-kezelés és az </a:t>
            </a:r>
            <a:r>
              <a:rPr lang="hu-HU" dirty="0" err="1"/>
              <a:t>mergelés</a:t>
            </a:r>
            <a:r>
              <a:rPr lang="hu-HU" b="1" dirty="0"/>
              <a:t> </a:t>
            </a:r>
            <a:r>
              <a:rPr lang="hu-HU" dirty="0"/>
              <a:t>során.</a:t>
            </a:r>
          </a:p>
          <a:p>
            <a:pPr>
              <a:buClr>
                <a:srgbClr val="8A4FFF"/>
              </a:buClr>
            </a:pPr>
            <a:r>
              <a:rPr lang="hu-HU" dirty="0"/>
              <a:t>Többször előfordult konfliktus, amelyeket manuálisan kellett feloldani, így fontos volt megérteni a mögöttes logikát.</a:t>
            </a:r>
          </a:p>
          <a:p>
            <a:pPr marL="0" indent="0">
              <a:buNone/>
            </a:pPr>
            <a:r>
              <a:rPr lang="hu-HU" b="1" dirty="0">
                <a:solidFill>
                  <a:srgbClr val="8A4FFF"/>
                </a:solidFill>
              </a:rPr>
              <a:t>Képek tömörítése és optimalizálása</a:t>
            </a:r>
          </a:p>
          <a:p>
            <a:pPr>
              <a:buClr>
                <a:srgbClr val="8A4FFF"/>
              </a:buClr>
            </a:pPr>
            <a:r>
              <a:rPr lang="hu-HU" dirty="0"/>
              <a:t>A nagy méretű profilképek lassították az oldal betöltődését, és rontották a felhasználói élményt.</a:t>
            </a:r>
          </a:p>
          <a:p>
            <a:pPr>
              <a:buClr>
                <a:srgbClr val="8A4FFF"/>
              </a:buClr>
            </a:pPr>
            <a:r>
              <a:rPr lang="hu-HU" dirty="0"/>
              <a:t>Meg kellett oldani a képek méretcsökkentését, konvertálását és tömörítését, hogy gyorsabban töltődjenek be, miközben a minőség nem romlik látványosan.</a:t>
            </a:r>
          </a:p>
          <a:p>
            <a:pPr marL="0" lvl="1" indent="0">
              <a:buFont typeface="Arial" panose="020B0604020202020204" pitchFamily="34" charset="0"/>
              <a:buNone/>
            </a:pPr>
            <a:endParaRPr lang="hu-HU" sz="1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0ABBCA-2724-CAD4-AA55-51C520284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4800" y="6445997"/>
            <a:ext cx="457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DDF60B60-82CA-4BB9-BA6E-A62FADF2374B}" type="slidenum">
              <a:rPr lang="en-US" smtClean="0"/>
              <a:pPr rtl="0">
                <a:spcAft>
                  <a:spcPts val="600"/>
                </a:spcAft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25273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8EA0E-14EF-A3D5-E25A-DE4C186AE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77073"/>
            <a:ext cx="4958078" cy="918328"/>
          </a:xfrm>
        </p:spPr>
        <p:txBody>
          <a:bodyPr anchor="t">
            <a:normAutofit/>
          </a:bodyPr>
          <a:lstStyle/>
          <a:p>
            <a:r>
              <a:rPr lang="en-US" dirty="0" err="1">
                <a:latin typeface="Aharoni" panose="02010803020104030203" pitchFamily="2" charset="-79"/>
                <a:cs typeface="Aharoni" panose="02010803020104030203" pitchFamily="2" charset="-79"/>
              </a:rPr>
              <a:t>Tanulságok</a:t>
            </a:r>
            <a:endParaRPr lang="en-US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99B6AB-2783-0363-3956-D00ECA0FD5A2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50447" y="836237"/>
            <a:ext cx="5558655" cy="5334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u-HU" sz="1600" b="1" dirty="0">
                <a:solidFill>
                  <a:srgbClr val="8A4FFF"/>
                </a:solidFill>
              </a:rPr>
              <a:t>Csapatmunka fejlesztése</a:t>
            </a:r>
          </a:p>
          <a:p>
            <a:pPr>
              <a:buClr>
                <a:srgbClr val="8A4FFF"/>
              </a:buClr>
            </a:pPr>
            <a:r>
              <a:rPr lang="hu-HU" sz="1600" dirty="0"/>
              <a:t>A projekt során megtapasztaltuk, milyen érzés más által írt kódba </a:t>
            </a:r>
            <a:r>
              <a:rPr lang="hu-HU" sz="1600" b="1" dirty="0"/>
              <a:t>„belecsöppenni”</a:t>
            </a:r>
            <a:r>
              <a:rPr lang="hu-HU" sz="1600" dirty="0"/>
              <a:t>, és mennyire fontos az átlátható, jól dokumentált megoldás.</a:t>
            </a:r>
          </a:p>
          <a:p>
            <a:pPr>
              <a:buClr>
                <a:srgbClr val="8A4FFF"/>
              </a:buClr>
            </a:pPr>
            <a:r>
              <a:rPr lang="hu-HU" sz="1600" dirty="0"/>
              <a:t>Rájöttünk, hogy a rendszeres kommunikáció, </a:t>
            </a:r>
            <a:r>
              <a:rPr lang="hu-HU" sz="1600" dirty="0" err="1"/>
              <a:t>code</a:t>
            </a:r>
            <a:r>
              <a:rPr lang="hu-HU" sz="1600" dirty="0"/>
              <a:t> </a:t>
            </a:r>
            <a:r>
              <a:rPr lang="hu-HU" sz="1600" dirty="0" err="1"/>
              <a:t>review</a:t>
            </a:r>
            <a:r>
              <a:rPr lang="hu-HU" sz="1600" dirty="0"/>
              <a:t> és egységes stílus nagyban megkönnyíti a közös munkát.</a:t>
            </a:r>
          </a:p>
          <a:p>
            <a:pPr marL="0" indent="0">
              <a:buNone/>
            </a:pPr>
            <a:r>
              <a:rPr lang="hu-HU" sz="1600" b="1" dirty="0" err="1">
                <a:solidFill>
                  <a:srgbClr val="8A4FFF"/>
                </a:solidFill>
              </a:rPr>
              <a:t>Scrum</a:t>
            </a:r>
            <a:r>
              <a:rPr lang="hu-HU" sz="1600" b="1" dirty="0">
                <a:solidFill>
                  <a:srgbClr val="8A4FFF"/>
                </a:solidFill>
              </a:rPr>
              <a:t> módszerek gyakorlati alkalmazása</a:t>
            </a:r>
          </a:p>
          <a:p>
            <a:pPr>
              <a:buClr>
                <a:srgbClr val="8A4FFF"/>
              </a:buClr>
            </a:pPr>
            <a:r>
              <a:rPr lang="hu-HU" sz="1400" dirty="0"/>
              <a:t>A Sprint tervezés, a Daily meetingek és a </a:t>
            </a:r>
            <a:r>
              <a:rPr lang="hu-HU" sz="1400" dirty="0" err="1"/>
              <a:t>Retrospective</a:t>
            </a:r>
            <a:r>
              <a:rPr lang="hu-HU" sz="1400" dirty="0"/>
              <a:t> alkalmak során megtanultuk, hogyan lehet a </a:t>
            </a:r>
            <a:r>
              <a:rPr lang="hu-HU" sz="1400" dirty="0" err="1"/>
              <a:t>Scrumot</a:t>
            </a:r>
            <a:r>
              <a:rPr lang="hu-HU" sz="1400" dirty="0"/>
              <a:t> valóban hatékonyan használni, nem csak elméletben.</a:t>
            </a:r>
          </a:p>
          <a:p>
            <a:pPr>
              <a:buClr>
                <a:srgbClr val="8A4FFF"/>
              </a:buClr>
            </a:pPr>
            <a:r>
              <a:rPr lang="hu-HU" sz="1400" dirty="0"/>
              <a:t>Fejlődött az időbecslésünk és a feladatok priorizálása, így kiszámíthatóbbá vált a fejlesztési folyamat.</a:t>
            </a:r>
          </a:p>
          <a:p>
            <a:pPr marL="0" indent="0">
              <a:buNone/>
            </a:pPr>
            <a:r>
              <a:rPr lang="hu-HU" sz="1600" b="1" dirty="0" err="1">
                <a:solidFill>
                  <a:srgbClr val="8A4FFF"/>
                </a:solidFill>
              </a:rPr>
              <a:t>Git</a:t>
            </a:r>
            <a:r>
              <a:rPr lang="hu-HU" sz="1600" b="1" dirty="0">
                <a:solidFill>
                  <a:srgbClr val="8A4FFF"/>
                </a:solidFill>
              </a:rPr>
              <a:t> </a:t>
            </a:r>
            <a:r>
              <a:rPr lang="hu-HU" sz="1600" b="1" dirty="0" err="1">
                <a:solidFill>
                  <a:srgbClr val="8A4FFF"/>
                </a:solidFill>
              </a:rPr>
              <a:t>workflow</a:t>
            </a:r>
            <a:r>
              <a:rPr lang="hu-HU" sz="1600" b="1" dirty="0">
                <a:solidFill>
                  <a:srgbClr val="8A4FFF"/>
                </a:solidFill>
              </a:rPr>
              <a:t> fejlesztése</a:t>
            </a:r>
          </a:p>
          <a:p>
            <a:pPr>
              <a:buClr>
                <a:srgbClr val="8A4FFF"/>
              </a:buClr>
            </a:pPr>
            <a:r>
              <a:rPr lang="hu-HU" sz="1400" dirty="0"/>
              <a:t>A projekt során egyre tudatosabbá vált a </a:t>
            </a:r>
            <a:r>
              <a:rPr lang="hu-HU" sz="1400" dirty="0" err="1"/>
              <a:t>branchek</a:t>
            </a:r>
            <a:r>
              <a:rPr lang="hu-HU" sz="1400" dirty="0"/>
              <a:t> kezelése, a </a:t>
            </a:r>
            <a:r>
              <a:rPr lang="hu-HU" sz="1400" dirty="0" err="1"/>
              <a:t>commitolás</a:t>
            </a:r>
            <a:r>
              <a:rPr lang="hu-HU" sz="1400" dirty="0"/>
              <a:t> és az összefésülések logikája.</a:t>
            </a:r>
          </a:p>
          <a:p>
            <a:pPr marL="0" indent="0">
              <a:buClr>
                <a:srgbClr val="8A4FFF"/>
              </a:buClr>
              <a:buNone/>
            </a:pPr>
            <a:r>
              <a:rPr lang="hu-HU" sz="1600" b="1" dirty="0">
                <a:solidFill>
                  <a:srgbClr val="8A4FFF"/>
                </a:solidFill>
              </a:rPr>
              <a:t>Új csapattag </a:t>
            </a:r>
            <a:r>
              <a:rPr lang="hu-HU" sz="1600" b="1" dirty="0" err="1">
                <a:solidFill>
                  <a:srgbClr val="8A4FFF"/>
                </a:solidFill>
              </a:rPr>
              <a:t>onboardingolása</a:t>
            </a:r>
            <a:br>
              <a:rPr lang="hu-HU" sz="1600" b="1" dirty="0">
                <a:solidFill>
                  <a:srgbClr val="8A4FFF"/>
                </a:solidFill>
              </a:rPr>
            </a:br>
            <a:r>
              <a:rPr lang="hu-HU" sz="1600" dirty="0"/>
              <a:t>A projekt vége felé egy új tag csatlakozott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BB421D-A533-5D66-AE1D-89BDA53C7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4800" y="6445997"/>
            <a:ext cx="457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DDF60B60-82CA-4BB9-BA6E-A62FADF2374B}" type="slidenum">
              <a:rPr lang="en-US" smtClean="0"/>
              <a:pPr rtl="0">
                <a:spcAft>
                  <a:spcPts val="600"/>
                </a:spcAft>
              </a:pPr>
              <a:t>15</a:t>
            </a:fld>
            <a:endParaRPr lang="en-US"/>
          </a:p>
        </p:txBody>
      </p:sp>
      <p:pic>
        <p:nvPicPr>
          <p:cNvPr id="9" name="Kép 8" descr="A képen rajzfilm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15DD8CFF-5206-0CA3-C1FC-983E4A1A86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226" b="89977" l="5049" r="90291">
                        <a14:foregroundMark x1="17864" y1="47552" x2="8544" y2="39394"/>
                        <a14:foregroundMark x1="8544" y1="39394" x2="20777" y2="48718"/>
                        <a14:foregroundMark x1="20777" y1="48718" x2="12621" y2="45455"/>
                        <a14:foregroundMark x1="16699" y1="64103" x2="7184" y2="61072"/>
                        <a14:foregroundMark x1="7184" y1="61072" x2="11650" y2="53147"/>
                        <a14:foregroundMark x1="28155" y1="69231" x2="24272" y2="64103"/>
                        <a14:foregroundMark x1="5049" y1="61305" x2="58252" y2="85082"/>
                        <a14:foregroundMark x1="58252" y1="85082" x2="71068" y2="81585"/>
                        <a14:foregroundMark x1="71068" y1="81585" x2="75534" y2="69697"/>
                        <a14:foregroundMark x1="75534" y1="69697" x2="77087" y2="51748"/>
                        <a14:foregroundMark x1="77087" y1="51748" x2="74757" y2="34266"/>
                        <a14:foregroundMark x1="74757" y1="34266" x2="66019" y2="24476"/>
                        <a14:foregroundMark x1="66019" y1="24476" x2="52621" y2="16317"/>
                        <a14:foregroundMark x1="52621" y1="16317" x2="34175" y2="12587"/>
                        <a14:foregroundMark x1="34175" y1="12587" x2="18252" y2="23310"/>
                        <a14:foregroundMark x1="18252" y1="23310" x2="17476" y2="36364"/>
                        <a14:foregroundMark x1="17476" y1="36364" x2="9515" y2="50350"/>
                        <a14:foregroundMark x1="9515" y1="50350" x2="19806" y2="63170"/>
                        <a14:foregroundMark x1="46214" y1="10490" x2="46214" y2="7459"/>
                        <a14:foregroundMark x1="87379" y1="63170" x2="90291" y2="63170"/>
                        <a14:foregroundMark x1="22524" y1="60373" x2="39417" y2="67832"/>
                        <a14:foregroundMark x1="39417" y1="67832" x2="58447" y2="66667"/>
                        <a14:foregroundMark x1="58447" y1="66667" x2="64854" y2="47786"/>
                        <a14:foregroundMark x1="64854" y1="47786" x2="55534" y2="36364"/>
                        <a14:foregroundMark x1="55534" y1="36364" x2="49515" y2="33566"/>
                        <a14:foregroundMark x1="43495" y1="71795" x2="57670" y2="76923"/>
                        <a14:foregroundMark x1="58447" y1="76923" x2="68350" y2="74825"/>
                        <a14:foregroundMark x1="68350" y1="74825" x2="68544" y2="7342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18667" y="1333019"/>
            <a:ext cx="5471723" cy="45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28757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0FF1717-DA45-FDE2-CB6B-5B48784A3D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>
                <a:solidFill>
                  <a:schemeClr val="bg2">
                    <a:alpha val="90000"/>
                  </a:schemeClr>
                </a:solidFill>
                <a:latin typeface="+mn-lt"/>
              </a:rPr>
              <a:t>Köszönjük a figyelmet!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9A38FBDD-DD85-B327-123F-4034F9B07E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 err="1">
                <a:solidFill>
                  <a:schemeClr val="bg2"/>
                </a:solidFill>
              </a:rPr>
              <a:t>EduShare</a:t>
            </a:r>
            <a:r>
              <a:rPr lang="hu-HU" dirty="0">
                <a:solidFill>
                  <a:schemeClr val="bg2"/>
                </a:solidFill>
              </a:rPr>
              <a:t> Team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EF22E8D-561B-A25F-3851-9D2E31FCD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DF60B60-82CA-4BB9-BA6E-A62FADF2374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684895"/>
      </p:ext>
    </p:extLst>
  </p:cSld>
  <p:clrMapOvr>
    <a:masterClrMapping/>
  </p:clrMapOvr>
</p:sld>
</file>

<file path=ppt/theme/theme1.xml><?xml version="1.0" encoding="utf-8"?>
<a:theme xmlns:a="http://schemas.openxmlformats.org/drawingml/2006/main" name="Shoji">
  <a:themeElements>
    <a:clrScheme name="Shoji">
      <a:dk1>
        <a:srgbClr val="131313"/>
      </a:dk1>
      <a:lt1>
        <a:sysClr val="window" lastClr="FFFFFF"/>
      </a:lt1>
      <a:dk2>
        <a:srgbClr val="1D3433"/>
      </a:dk2>
      <a:lt2>
        <a:srgbClr val="F3F2ED"/>
      </a:lt2>
      <a:accent1>
        <a:srgbClr val="7C5C3E"/>
      </a:accent1>
      <a:accent2>
        <a:srgbClr val="B8A189"/>
      </a:accent2>
      <a:accent3>
        <a:srgbClr val="A1A696"/>
      </a:accent3>
      <a:accent4>
        <a:srgbClr val="566868"/>
      </a:accent4>
      <a:accent5>
        <a:srgbClr val="786F50"/>
      </a:accent5>
      <a:accent6>
        <a:srgbClr val="A9A375"/>
      </a:accent6>
      <a:hlink>
        <a:srgbClr val="B1785F"/>
      </a:hlink>
      <a:folHlink>
        <a:srgbClr val="6C7F7F"/>
      </a:folHlink>
    </a:clrScheme>
    <a:fontScheme name="Custom 35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hoji" id="{EBD40D9C-CA72-493B-87C2-C0EB162C667E}" vid="{D0940FF3-4015-4C8A-9B90-9961EFA3BC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0BD21B179B1749B10B6700D890B8C6" ma:contentTypeVersion="30" ma:contentTypeDescription="Create a new document." ma:contentTypeScope="" ma:versionID="a13b221ee5b949bd1d4a5301a6f516f4">
  <xsd:schema xmlns:xsd="http://www.w3.org/2001/XMLSchema" xmlns:xs="http://www.w3.org/2001/XMLSchema" xmlns:p="http://schemas.microsoft.com/office/2006/metadata/properties" xmlns:ns1="http://schemas.microsoft.com/sharepoint/v3" xmlns:ns2="9e626b82-2e62-4b56-b4f0-2eb243f478f4" xmlns:ns3="230e9df3-be65-4c73-a93b-d1236ebd677e" xmlns:ns4="543e3375-4853-4ccc-a3e2-1512ebb9cffd" targetNamespace="http://schemas.microsoft.com/office/2006/metadata/properties" ma:root="true" ma:fieldsID="233e7f4977957a9e20bc87caea750b4e" ns1:_="" ns2:_="" ns3:_="" ns4:_="">
    <xsd:import namespace="http://schemas.microsoft.com/sharepoint/v3"/>
    <xsd:import namespace="9e626b82-2e62-4b56-b4f0-2eb243f478f4"/>
    <xsd:import namespace="230e9df3-be65-4c73-a93b-d1236ebd677e"/>
    <xsd:import namespace="543e3375-4853-4ccc-a3e2-1512ebb9cf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lcf76f155ced4ddcb4097134ff3c332f" minOccurs="0"/>
                <xsd:element ref="ns3:TaxCatchAll" minOccurs="0"/>
                <xsd:element ref="ns4:SharedWithUsers" minOccurs="0"/>
                <xsd:element ref="ns4:SharedWithDetails" minOccurs="0"/>
                <xsd:element ref="ns2:MediaServiceAutoKeyPoints" minOccurs="0"/>
                <xsd:element ref="ns2:MediaServiceKeyPoints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  <xsd:element ref="ns2:MediaServiceDocTag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ystemTags" minOccurs="0"/>
                <xsd:element ref="ns2:Styletags_x0028_include1_x002d_3_x0029_" minOccurs="0"/>
                <xsd:element ref="ns2:Vertical" minOccurs="0"/>
                <xsd:element ref="ns2:Intent" minOccurs="0"/>
                <xsd:element ref="ns2:Thumbnail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626b82-2e62-4b56-b4f0-2eb243f478f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23" nillable="true" ma:displayName="MediaServiceDocTags" ma:hidden="true" ma:internalName="MediaServiceDocTags" ma:readOnly="true">
      <xsd:simpleType>
        <xsd:restriction base="dms:Note"/>
      </xsd:simpleType>
    </xsd:element>
    <xsd:element name="MediaServiceDateTaken" ma:index="2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7" nillable="true" ma:displayName="MediaServiceSystemTags" ma:hidden="true" ma:internalName="MediaServiceSystemTags" ma:readOnly="true">
      <xsd:simpleType>
        <xsd:restriction base="dms:Note"/>
      </xsd:simpleType>
    </xsd:element>
    <xsd:element name="Styletags_x0028_include1_x002d_3_x0029_" ma:index="28" nillable="true" ma:displayName="Style tags (include 1 - 3)" ma:format="Dropdown" ma:internalName="Styletags_x0028_include1_x002d_3_x0029_">
      <xsd:simpleType>
        <xsd:restriction base="dms:Text">
          <xsd:maxLength value="255"/>
        </xsd:restriction>
      </xsd:simpleType>
    </xsd:element>
    <xsd:element name="Vertical" ma:index="29" nillable="true" ma:displayName="Vertical" ma:format="Dropdown" ma:internalName="Vertical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nimals &amp; pets"/>
                    <xsd:enumeration value="Art &amp; design"/>
                    <xsd:enumeration value="Beauty"/>
                    <xsd:enumeration value="Business"/>
                    <xsd:enumeration value="Fashion"/>
                    <xsd:enumeration value="Floral &amp; garden"/>
                    <xsd:enumeration value="Food &amp; drink"/>
                    <xsd:enumeration value="General"/>
                    <xsd:enumeration value="Health &amp; fitness"/>
                  </xsd:restriction>
                </xsd:simpleType>
              </xsd:element>
            </xsd:sequence>
          </xsd:extension>
        </xsd:complexContent>
      </xsd:complexType>
    </xsd:element>
    <xsd:element name="Intent" ma:index="30" nillable="true" ma:displayName="Intent" ma:format="Dropdown" ma:internalName="Inten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out me"/>
                    <xsd:enumeration value="Activism"/>
                    <xsd:enumeration value="Announcement - event"/>
                    <xsd:enumeration value="Announcement - product"/>
                    <xsd:enumeration value="Business"/>
                    <xsd:enumeration value="Celebrate - holiday"/>
                    <xsd:enumeration value="Celebrate - life moments"/>
                    <xsd:enumeration value="Engagement post"/>
                    <xsd:enumeration value="Grand opening"/>
                    <xsd:enumeration value="Marketplace"/>
                    <xsd:enumeration value="Open house"/>
                    <xsd:enumeration value="Quote"/>
                    <xsd:enumeration value="Sale"/>
                    <xsd:enumeration value="Simple phrases"/>
                    <xsd:enumeration value="Subscribe"/>
                    <xsd:enumeration value="Choice 16"/>
                  </xsd:restriction>
                </xsd:simpleType>
              </xsd:element>
            </xsd:sequence>
          </xsd:extension>
        </xsd:complexContent>
      </xsd:complexType>
    </xsd:element>
    <xsd:element name="Thumbnail" ma:index="31" nillable="true" ma:displayName="Thumbnail" ma:format="Thumbnail" ma:internalName="Thumbnail">
      <xsd:simpleType>
        <xsd:restriction base="dms:Unknown"/>
      </xsd:simpleType>
    </xsd:element>
    <xsd:element name="MediaServiceBillingMetadata" ma:index="32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6051309a-75b7-4c22-93ea-c24616af8dd0}" ma:internalName="TaxCatchAll" ma:showField="CatchAllData" ma:web="543e3375-4853-4ccc-a3e2-1512ebb9cff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3e3375-4853-4ccc-a3e2-1512ebb9cffd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230e9df3-be65-4c73-a93b-d1236ebd677e" xsi:nil="true"/>
    <MediaServiceKeyPoints xmlns="9e626b82-2e62-4b56-b4f0-2eb243f478f4" xsi:nil="true"/>
    <Thumbnail xmlns="9e626b82-2e62-4b56-b4f0-2eb243f478f4" xsi:nil="true"/>
    <Vertical xmlns="9e626b82-2e62-4b56-b4f0-2eb243f478f4" xsi:nil="true"/>
    <lcf76f155ced4ddcb4097134ff3c332f xmlns="9e626b82-2e62-4b56-b4f0-2eb243f478f4">
      <Terms xmlns="http://schemas.microsoft.com/office/infopath/2007/PartnerControls"/>
    </lcf76f155ced4ddcb4097134ff3c332f>
    <Styletags_x0028_include1_x002d_3_x0029_ xmlns="9e626b82-2e62-4b56-b4f0-2eb243f478f4" xsi:nil="true"/>
    <Intent xmlns="9e626b82-2e62-4b56-b4f0-2eb243f478f4" xsi:nil="true"/>
  </documentManagement>
</p:properties>
</file>

<file path=customXml/itemProps1.xml><?xml version="1.0" encoding="utf-8"?>
<ds:datastoreItem xmlns:ds="http://schemas.openxmlformats.org/officeDocument/2006/customXml" ds:itemID="{89D41049-A82A-4B5B-8ABC-9F045EF9F07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97C25D3-0E80-4709-B169-65E58EC238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9e626b82-2e62-4b56-b4f0-2eb243f478f4"/>
    <ds:schemaRef ds:uri="230e9df3-be65-4c73-a93b-d1236ebd677e"/>
    <ds:schemaRef ds:uri="543e3375-4853-4ccc-a3e2-1512ebb9cff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070BEB4-FB24-4E84-B3BB-971EAA4E97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  <ds:schemaRef ds:uri="9e626b82-2e62-4b56-b4f0-2eb243f478f4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536</TotalTime>
  <Words>2013</Words>
  <Application>Microsoft Office PowerPoint</Application>
  <PresentationFormat>Szélesvásznú</PresentationFormat>
  <Paragraphs>162</Paragraphs>
  <Slides>16</Slides>
  <Notes>15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16</vt:i4>
      </vt:variant>
    </vt:vector>
  </HeadingPairs>
  <TitlesOfParts>
    <vt:vector size="23" baseType="lpstr">
      <vt:lpstr>Aharoni</vt:lpstr>
      <vt:lpstr>Aptos</vt:lpstr>
      <vt:lpstr>Aptos Light</vt:lpstr>
      <vt:lpstr>Arial</vt:lpstr>
      <vt:lpstr>Calibri</vt:lpstr>
      <vt:lpstr>Walbaum Display</vt:lpstr>
      <vt:lpstr>Shoji</vt:lpstr>
      <vt:lpstr>EduShare – Projekt bemutató</vt:lpstr>
      <vt:lpstr>Ügyfélnek szóló Prezentáció</vt:lpstr>
      <vt:lpstr>Alapvető funkciók</vt:lpstr>
      <vt:lpstr>Extra funkciók</vt:lpstr>
      <vt:lpstr>Oldal elérhetősége</vt:lpstr>
      <vt:lpstr>Oktatónak szóló ismertetés</vt:lpstr>
      <vt:lpstr>Rendszerarchitektúra</vt:lpstr>
      <vt:lpstr>Backend technológiák és megoldások</vt:lpstr>
      <vt:lpstr>Frontend technológiák</vt:lpstr>
      <vt:lpstr>Külső könyvtárak</vt:lpstr>
      <vt:lpstr>SCRUM folyamat</vt:lpstr>
      <vt:lpstr>Verziókövetési stratégia</vt:lpstr>
      <vt:lpstr>Csapatmunka értékelése</vt:lpstr>
      <vt:lpstr>Technikai kihívások</vt:lpstr>
      <vt:lpstr>Tanulságok</vt:lpstr>
      <vt:lpstr>Köszönjük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>Fenyvesi Barnabás</cp:lastModifiedBy>
  <cp:revision>7</cp:revision>
  <dcterms:created xsi:type="dcterms:W3CDTF">2025-08-04T19:19:33Z</dcterms:created>
  <dcterms:modified xsi:type="dcterms:W3CDTF">2025-12-09T19:19:28Z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0x010100F70BD21B179B1749B10B6700D890B8C6</vt:lpwstr>
  </property>
  <property fmtid="{D5CDD505-2E9C-101B-9397-08002B2CF9AE}" pid="3" name="MediaServiceImageTags">
    <vt:lpwstr/>
  </property>
  <property fmtid="{D5CDD505-2E9C-101B-9397-08002B2CF9AE}" pid="4" name="MSIP_Label_1c1e7b54-0b9e-4f8f-bc07-d02df979c679_Enabled">
    <vt:lpwstr>true</vt:lpwstr>
  </property>
  <property fmtid="{D5CDD505-2E9C-101B-9397-08002B2CF9AE}" pid="5" name="MSIP_Label_1c1e7b54-0b9e-4f8f-bc07-d02df979c679_SetDate">
    <vt:lpwstr>2025-12-07T15:36:25Z</vt:lpwstr>
  </property>
  <property fmtid="{D5CDD505-2E9C-101B-9397-08002B2CF9AE}" pid="6" name="MSIP_Label_1c1e7b54-0b9e-4f8f-bc07-d02df979c679_Method">
    <vt:lpwstr>Standard</vt:lpwstr>
  </property>
  <property fmtid="{D5CDD505-2E9C-101B-9397-08002B2CF9AE}" pid="7" name="MSIP_Label_1c1e7b54-0b9e-4f8f-bc07-d02df979c679_Name">
    <vt:lpwstr>1 - Internal</vt:lpwstr>
  </property>
  <property fmtid="{D5CDD505-2E9C-101B-9397-08002B2CF9AE}" pid="8" name="MSIP_Label_1c1e7b54-0b9e-4f8f-bc07-d02df979c679_SiteId">
    <vt:lpwstr>1878a48b-63d6-4d12-a900-07d4267f6762</vt:lpwstr>
  </property>
  <property fmtid="{D5CDD505-2E9C-101B-9397-08002B2CF9AE}" pid="9" name="MSIP_Label_1c1e7b54-0b9e-4f8f-bc07-d02df979c679_ActionId">
    <vt:lpwstr>89bb6d90-db57-4569-8675-546737aa27de</vt:lpwstr>
  </property>
  <property fmtid="{D5CDD505-2E9C-101B-9397-08002B2CF9AE}" pid="10" name="MSIP_Label_1c1e7b54-0b9e-4f8f-bc07-d02df979c679_ContentBits">
    <vt:lpwstr>2</vt:lpwstr>
  </property>
  <property fmtid="{D5CDD505-2E9C-101B-9397-08002B2CF9AE}" pid="11" name="MSIP_Label_1c1e7b54-0b9e-4f8f-bc07-d02df979c679_Tag">
    <vt:lpwstr>10, 3, 0, 2</vt:lpwstr>
  </property>
  <property fmtid="{D5CDD505-2E9C-101B-9397-08002B2CF9AE}" pid="12" name="ClassificationContentMarkingFooterLocations">
    <vt:lpwstr>Shoji:8</vt:lpwstr>
  </property>
  <property fmtid="{D5CDD505-2E9C-101B-9397-08002B2CF9AE}" pid="13" name="ClassificationContentMarkingFooterText">
    <vt:lpwstr>Internal</vt:lpwstr>
  </property>
</Properties>
</file>